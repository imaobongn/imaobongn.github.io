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267" r:id="rId5"/>
    <p:sldId id="256" r:id="rId6"/>
    <p:sldId id="257" r:id="rId7"/>
    <p:sldId id="258" r:id="rId8"/>
    <p:sldId id="259" r:id="rId9"/>
    <p:sldId id="260" r:id="rId10"/>
    <p:sldId id="261" r:id="rId11"/>
    <p:sldId id="262" r:id="rId12"/>
    <p:sldId id="263" r:id="rId13"/>
    <p:sldId id="264" r:id="rId14"/>
    <p:sldId id="265" r:id="rId15"/>
    <p:sldId id="26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1904"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endher Aellala" userId="S::upendher.aellala@myemail.indwes.edu::9e20177f-0b62-4c50-aabc-6eeaec7a1d92" providerId="AD" clId="Web-{12C6FF57-039A-9715-95D0-5E53C7C8C691}"/>
    <pc:docChg chg="modSld">
      <pc:chgData name="Upendher Aellala" userId="S::upendher.aellala@myemail.indwes.edu::9e20177f-0b62-4c50-aabc-6eeaec7a1d92" providerId="AD" clId="Web-{12C6FF57-039A-9715-95D0-5E53C7C8C691}" dt="2026-03-13T21:32:40.634" v="4" actId="1076"/>
      <pc:docMkLst>
        <pc:docMk/>
      </pc:docMkLst>
      <pc:sldChg chg="modSp">
        <pc:chgData name="Upendher Aellala" userId="S::upendher.aellala@myemail.indwes.edu::9e20177f-0b62-4c50-aabc-6eeaec7a1d92" providerId="AD" clId="Web-{12C6FF57-039A-9715-95D0-5E53C7C8C691}" dt="2026-03-13T21:32:40.634" v="4" actId="1076"/>
        <pc:sldMkLst>
          <pc:docMk/>
          <pc:sldMk cId="3194779475" sldId="268"/>
        </pc:sldMkLst>
        <pc:spChg chg="mod">
          <ac:chgData name="Upendher Aellala" userId="S::upendher.aellala@myemail.indwes.edu::9e20177f-0b62-4c50-aabc-6eeaec7a1d92" providerId="AD" clId="Web-{12C6FF57-039A-9715-95D0-5E53C7C8C691}" dt="2026-03-13T21:32:40.634" v="4" actId="1076"/>
          <ac:spMkLst>
            <pc:docMk/>
            <pc:sldMk cId="3194779475" sldId="268"/>
            <ac:spMk id="3" creationId="{EB8F2BBB-FAC9-935E-9F75-4AFAD97F9AF0}"/>
          </ac:spMkLst>
        </pc:spChg>
      </pc:sldChg>
    </pc:docChg>
  </pc:docChgLst>
  <pc:docChgLst>
    <pc:chgData name="Upendher Aellala" userId="9e20177f-0b62-4c50-aabc-6eeaec7a1d92" providerId="ADAL" clId="{ACCCDD74-50F0-42B6-9613-F25D34B2F3D3}"/>
    <pc:docChg chg="undo custSel addSld delSld modSld sldOrd">
      <pc:chgData name="Upendher Aellala" userId="9e20177f-0b62-4c50-aabc-6eeaec7a1d92" providerId="ADAL" clId="{ACCCDD74-50F0-42B6-9613-F25D34B2F3D3}" dt="2026-03-07T20:07:37.864" v="381" actId="20577"/>
      <pc:docMkLst>
        <pc:docMk/>
      </pc:docMkLst>
      <pc:sldChg chg="modSp mod modNotesTx">
        <pc:chgData name="Upendher Aellala" userId="9e20177f-0b62-4c50-aabc-6eeaec7a1d92" providerId="ADAL" clId="{ACCCDD74-50F0-42B6-9613-F25D34B2F3D3}" dt="2026-03-07T18:36:11.320" v="352" actId="1076"/>
        <pc:sldMkLst>
          <pc:docMk/>
          <pc:sldMk cId="0" sldId="256"/>
        </pc:sldMkLst>
        <pc:spChg chg="mod">
          <ac:chgData name="Upendher Aellala" userId="9e20177f-0b62-4c50-aabc-6eeaec7a1d92" providerId="ADAL" clId="{ACCCDD74-50F0-42B6-9613-F25D34B2F3D3}" dt="2026-03-07T18:36:11.320" v="352" actId="1076"/>
          <ac:spMkLst>
            <pc:docMk/>
            <pc:sldMk cId="0" sldId="256"/>
            <ac:spMk id="2" creationId="{00000000-0000-0000-0000-000000000000}"/>
          </ac:spMkLst>
        </pc:spChg>
        <pc:graphicFrameChg chg="mod modGraphic">
          <ac:chgData name="Upendher Aellala" userId="9e20177f-0b62-4c50-aabc-6eeaec7a1d92" providerId="ADAL" clId="{ACCCDD74-50F0-42B6-9613-F25D34B2F3D3}" dt="2026-03-07T18:09:49.851" v="0" actId="3626"/>
          <ac:graphicFrameMkLst>
            <pc:docMk/>
            <pc:sldMk cId="0" sldId="256"/>
            <ac:graphicFrameMk id="5" creationId="{E135B3E2-75F8-9CC6-35C9-E75E1E5453DA}"/>
          </ac:graphicFrameMkLst>
        </pc:graphicFrameChg>
      </pc:sldChg>
      <pc:sldChg chg="modNotesTx">
        <pc:chgData name="Upendher Aellala" userId="9e20177f-0b62-4c50-aabc-6eeaec7a1d92" providerId="ADAL" clId="{ACCCDD74-50F0-42B6-9613-F25D34B2F3D3}" dt="2026-03-07T20:07:37.864" v="381" actId="20577"/>
        <pc:sldMkLst>
          <pc:docMk/>
          <pc:sldMk cId="0" sldId="265"/>
        </pc:sldMkLst>
      </pc:sldChg>
      <pc:sldChg chg="modSp new mod ord">
        <pc:chgData name="Upendher Aellala" userId="9e20177f-0b62-4c50-aabc-6eeaec7a1d92" providerId="ADAL" clId="{ACCCDD74-50F0-42B6-9613-F25D34B2F3D3}" dt="2026-03-07T18:34:08.463" v="349" actId="27636"/>
        <pc:sldMkLst>
          <pc:docMk/>
          <pc:sldMk cId="2975359146" sldId="267"/>
        </pc:sldMkLst>
        <pc:spChg chg="mod">
          <ac:chgData name="Upendher Aellala" userId="9e20177f-0b62-4c50-aabc-6eeaec7a1d92" providerId="ADAL" clId="{ACCCDD74-50F0-42B6-9613-F25D34B2F3D3}" dt="2026-03-07T18:31:33.307" v="168" actId="1076"/>
          <ac:spMkLst>
            <pc:docMk/>
            <pc:sldMk cId="2975359146" sldId="267"/>
            <ac:spMk id="2" creationId="{10C50326-3B0B-70E0-F334-C85A4775280A}"/>
          </ac:spMkLst>
        </pc:spChg>
        <pc:spChg chg="mod">
          <ac:chgData name="Upendher Aellala" userId="9e20177f-0b62-4c50-aabc-6eeaec7a1d92" providerId="ADAL" clId="{ACCCDD74-50F0-42B6-9613-F25D34B2F3D3}" dt="2026-03-07T18:34:08.463" v="349" actId="27636"/>
          <ac:spMkLst>
            <pc:docMk/>
            <pc:sldMk cId="2975359146" sldId="267"/>
            <ac:spMk id="3" creationId="{7A875829-B348-E06C-E824-C4B7AA42F31B}"/>
          </ac:spMkLst>
        </pc:spChg>
        <pc:spChg chg="mod">
          <ac:chgData name="Upendher Aellala" userId="9e20177f-0b62-4c50-aabc-6eeaec7a1d92" providerId="ADAL" clId="{ACCCDD74-50F0-42B6-9613-F25D34B2F3D3}" dt="2026-03-07T18:28:55.575" v="128" actId="27636"/>
          <ac:spMkLst>
            <pc:docMk/>
            <pc:sldMk cId="2975359146" sldId="267"/>
            <ac:spMk id="4" creationId="{2194E229-ED3C-EF85-212D-24F63AE90608}"/>
          </ac:spMkLst>
        </pc:spChg>
      </pc:sldChg>
      <pc:sldChg chg="addSp modSp new mod">
        <pc:chgData name="Upendher Aellala" userId="9e20177f-0b62-4c50-aabc-6eeaec7a1d92" providerId="ADAL" clId="{ACCCDD74-50F0-42B6-9613-F25D34B2F3D3}" dt="2026-03-07T18:20:22.997" v="28" actId="14100"/>
        <pc:sldMkLst>
          <pc:docMk/>
          <pc:sldMk cId="3194779475" sldId="268"/>
        </pc:sldMkLst>
        <pc:spChg chg="add mod">
          <ac:chgData name="Upendher Aellala" userId="9e20177f-0b62-4c50-aabc-6eeaec7a1d92" providerId="ADAL" clId="{ACCCDD74-50F0-42B6-9613-F25D34B2F3D3}" dt="2026-03-07T18:20:22.997" v="28" actId="14100"/>
          <ac:spMkLst>
            <pc:docMk/>
            <pc:sldMk cId="3194779475" sldId="268"/>
            <ac:spMk id="3" creationId="{EB8F2BBB-FAC9-935E-9F75-4AFAD97F9AF0}"/>
          </ac:spMkLst>
        </pc:spChg>
      </pc:sldChg>
    </pc:docChg>
  </pc:docChgLst>
  <pc:docChgLst>
    <pc:chgData name="Upendher Aellala" userId="S::upendher.aellala@myemail.indwes.edu::9e20177f-0b62-4c50-aabc-6eeaec7a1d92" providerId="AD" clId="Web-{AC3734BB-E7F4-0E99-3FDB-047B2311490C}"/>
    <pc:docChg chg="modSld">
      <pc:chgData name="Upendher Aellala" userId="S::upendher.aellala@myemail.indwes.edu::9e20177f-0b62-4c50-aabc-6eeaec7a1d92" providerId="AD" clId="Web-{AC3734BB-E7F4-0E99-3FDB-047B2311490C}" dt="2026-03-07T20:12:11.231" v="45" actId="20577"/>
      <pc:docMkLst>
        <pc:docMk/>
      </pc:docMkLst>
      <pc:sldChg chg="modSp">
        <pc:chgData name="Upendher Aellala" userId="S::upendher.aellala@myemail.indwes.edu::9e20177f-0b62-4c50-aabc-6eeaec7a1d92" providerId="AD" clId="Web-{AC3734BB-E7F4-0E99-3FDB-047B2311490C}" dt="2026-03-07T20:12:11.231" v="45" actId="20577"/>
        <pc:sldMkLst>
          <pc:docMk/>
          <pc:sldMk cId="2975359146" sldId="267"/>
        </pc:sldMkLst>
        <pc:spChg chg="mod">
          <ac:chgData name="Upendher Aellala" userId="S::upendher.aellala@myemail.indwes.edu::9e20177f-0b62-4c50-aabc-6eeaec7a1d92" providerId="AD" clId="Web-{AC3734BB-E7F4-0E99-3FDB-047B2311490C}" dt="2026-03-07T20:12:11.231" v="45" actId="20577"/>
          <ac:spMkLst>
            <pc:docMk/>
            <pc:sldMk cId="2975359146" sldId="267"/>
            <ac:spMk id="3" creationId="{7A875829-B348-E06C-E824-C4B7AA42F31B}"/>
          </ac:spMkLst>
        </pc:spChg>
      </pc:sldChg>
    </pc:docChg>
  </pc:docChgLst>
  <pc:docChgLst>
    <pc:chgData name="Ima Nkitma" userId="923c2a28-64ac-4c8d-9b60-1041ad1d9355" providerId="ADAL" clId="{BFD3F0F2-F74A-5F77-AC18-B2F2A1B7F47A}"/>
    <pc:docChg chg="modSld">
      <pc:chgData name="Ima Nkitma" userId="923c2a28-64ac-4c8d-9b60-1041ad1d9355" providerId="ADAL" clId="{BFD3F0F2-F74A-5F77-AC18-B2F2A1B7F47A}" dt="2026-03-15T02:45:32.056" v="5" actId="20577"/>
      <pc:docMkLst>
        <pc:docMk/>
      </pc:docMkLst>
      <pc:sldChg chg="modSp mod">
        <pc:chgData name="Ima Nkitma" userId="923c2a28-64ac-4c8d-9b60-1041ad1d9355" providerId="ADAL" clId="{BFD3F0F2-F74A-5F77-AC18-B2F2A1B7F47A}" dt="2026-03-15T02:45:32.056" v="5" actId="20577"/>
        <pc:sldMkLst>
          <pc:docMk/>
          <pc:sldMk cId="2975359146" sldId="267"/>
        </pc:sldMkLst>
        <pc:spChg chg="mod">
          <ac:chgData name="Ima Nkitma" userId="923c2a28-64ac-4c8d-9b60-1041ad1d9355" providerId="ADAL" clId="{BFD3F0F2-F74A-5F77-AC18-B2F2A1B7F47A}" dt="2026-03-15T02:45:32.056" v="5" actId="20577"/>
          <ac:spMkLst>
            <pc:docMk/>
            <pc:sldMk cId="2975359146" sldId="267"/>
            <ac:spMk id="3" creationId="{7A875829-B348-E06C-E824-C4B7AA42F31B}"/>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hyperlink" Target="https://mizou.com/login-thread?ID=MSofEjnBfbCRblBJYsJwYFgP6g_uigISQ5e9haKtjx8-119576" TargetMode="Externa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5.png"/><Relationship Id="rId5" Type="http://schemas.openxmlformats.org/officeDocument/2006/relationships/hyperlink" Target="https://mizou.com/login-thread?ID=MSofEjnBfbCRblBJYsJwYFgP6g_uigISQ5e9haKtjx8-119576" TargetMode="External"/><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9BC0AAC-E280-4475-A186-5396AE1B241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C2EED13-B158-437B-9737-57E37303F93C}">
      <dgm:prSet/>
      <dgm:spPr/>
      <dgm:t>
        <a:bodyPr/>
        <a:lstStyle/>
        <a:p>
          <a:r>
            <a:rPr lang="en-IN"/>
            <a:t>Group 1 </a:t>
          </a:r>
          <a:endParaRPr lang="en-US"/>
        </a:p>
      </dgm:t>
    </dgm:pt>
    <dgm:pt modelId="{16096896-80C7-4C2C-833B-A72F83D9DEBE}" type="parTrans" cxnId="{4C4F56B6-9E99-4D4C-A2A7-6C737583832A}">
      <dgm:prSet/>
      <dgm:spPr/>
      <dgm:t>
        <a:bodyPr/>
        <a:lstStyle/>
        <a:p>
          <a:endParaRPr lang="en-US"/>
        </a:p>
      </dgm:t>
    </dgm:pt>
    <dgm:pt modelId="{8647AF37-2FB4-4559-9827-8F7FB4481D20}" type="sibTrans" cxnId="{4C4F56B6-9E99-4D4C-A2A7-6C737583832A}">
      <dgm:prSet/>
      <dgm:spPr/>
      <dgm:t>
        <a:bodyPr/>
        <a:lstStyle/>
        <a:p>
          <a:endParaRPr lang="en-US"/>
        </a:p>
      </dgm:t>
    </dgm:pt>
    <dgm:pt modelId="{3E9580B5-191A-40F4-A9A8-3B07D1C6736B}">
      <dgm:prSet/>
      <dgm:spPr/>
      <dgm:t>
        <a:bodyPr/>
        <a:lstStyle/>
        <a:p>
          <a:r>
            <a:rPr lang="en-US"/>
            <a:t> </a:t>
          </a:r>
          <a:r>
            <a:rPr lang="en-IN"/>
            <a:t>Auto </a:t>
          </a:r>
          <a:r>
            <a:rPr lang="en-IN" err="1"/>
            <a:t>GuardianAI</a:t>
          </a:r>
          <a:r>
            <a:rPr lang="en-IN"/>
            <a:t> (</a:t>
          </a:r>
          <a:r>
            <a:rPr lang="en-US">
              <a:hlinkClick xmlns:r="http://schemas.openxmlformats.org/officeDocument/2006/relationships" r:id="rId1"/>
            </a:rPr>
            <a:t>https://mizou.com/login-thread?ID=MSofEjnBfbCRblBJYsJwYFgP6g_uigISQ5e9haKtjx8-119576</a:t>
          </a:r>
          <a:r>
            <a:rPr lang="en-IN"/>
            <a:t>)</a:t>
          </a:r>
          <a:endParaRPr lang="en-US"/>
        </a:p>
      </dgm:t>
    </dgm:pt>
    <dgm:pt modelId="{A5EF4A41-FE85-411A-883A-39C96DD824E1}" type="parTrans" cxnId="{A937D837-4CDE-4B1A-A37E-43583A4CC204}">
      <dgm:prSet/>
      <dgm:spPr/>
      <dgm:t>
        <a:bodyPr/>
        <a:lstStyle/>
        <a:p>
          <a:endParaRPr lang="en-US"/>
        </a:p>
      </dgm:t>
    </dgm:pt>
    <dgm:pt modelId="{94C40B88-92E2-4A3C-AAF6-2051A83E7DF9}" type="sibTrans" cxnId="{A937D837-4CDE-4B1A-A37E-43583A4CC204}">
      <dgm:prSet/>
      <dgm:spPr/>
      <dgm:t>
        <a:bodyPr/>
        <a:lstStyle/>
        <a:p>
          <a:endParaRPr lang="en-US"/>
        </a:p>
      </dgm:t>
    </dgm:pt>
    <dgm:pt modelId="{95CA23FA-6A9B-4F4F-87DA-5C86A8F35DF8}">
      <dgm:prSet/>
      <dgm:spPr/>
      <dgm:t>
        <a:bodyPr/>
        <a:lstStyle/>
        <a:p>
          <a:r>
            <a:rPr lang="en-US"/>
            <a:t>From 'Check Engine Panic' to Informed Decisions</a:t>
          </a:r>
        </a:p>
      </dgm:t>
    </dgm:pt>
    <dgm:pt modelId="{00AD5E37-B918-4F40-A246-2D680961B848}" type="parTrans" cxnId="{8759CC51-EA28-409E-8143-D77DA03625ED}">
      <dgm:prSet/>
      <dgm:spPr/>
      <dgm:t>
        <a:bodyPr/>
        <a:lstStyle/>
        <a:p>
          <a:endParaRPr lang="en-US"/>
        </a:p>
      </dgm:t>
    </dgm:pt>
    <dgm:pt modelId="{A1C593DD-9CE2-4CEF-BBCA-938E9D0DF1C3}" type="sibTrans" cxnId="{8759CC51-EA28-409E-8143-D77DA03625ED}">
      <dgm:prSet/>
      <dgm:spPr/>
      <dgm:t>
        <a:bodyPr/>
        <a:lstStyle/>
        <a:p>
          <a:endParaRPr lang="en-US"/>
        </a:p>
      </dgm:t>
    </dgm:pt>
    <dgm:pt modelId="{9983EC48-A161-4880-B81F-B20DDD5A21A0}" type="pres">
      <dgm:prSet presAssocID="{19BC0AAC-E280-4475-A186-5396AE1B241D}" presName="root" presStyleCnt="0">
        <dgm:presLayoutVars>
          <dgm:dir/>
          <dgm:resizeHandles val="exact"/>
        </dgm:presLayoutVars>
      </dgm:prSet>
      <dgm:spPr/>
    </dgm:pt>
    <dgm:pt modelId="{AD62C1F8-3394-4D10-8D34-3604F4A41DE9}" type="pres">
      <dgm:prSet presAssocID="{7C2EED13-B158-437B-9737-57E37303F93C}" presName="compNode" presStyleCnt="0"/>
      <dgm:spPr/>
    </dgm:pt>
    <dgm:pt modelId="{8E0C1F5F-A686-4CAE-957D-49D62E22FF06}" type="pres">
      <dgm:prSet presAssocID="{7C2EED13-B158-437B-9737-57E37303F93C}" presName="bgRect" presStyleLbl="bgShp" presStyleIdx="0" presStyleCnt="3"/>
      <dgm:spPr/>
    </dgm:pt>
    <dgm:pt modelId="{5BEDAB10-99C2-49CC-93B1-6B60A740E3AF}" type="pres">
      <dgm:prSet presAssocID="{7C2EED13-B158-437B-9737-57E37303F93C}"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s"/>
        </a:ext>
      </dgm:extLst>
    </dgm:pt>
    <dgm:pt modelId="{B43FE34E-73E8-4774-A252-84438A69D38B}" type="pres">
      <dgm:prSet presAssocID="{7C2EED13-B158-437B-9737-57E37303F93C}" presName="spaceRect" presStyleCnt="0"/>
      <dgm:spPr/>
    </dgm:pt>
    <dgm:pt modelId="{5B9C9A41-E5F6-492A-951E-9243E2E966FB}" type="pres">
      <dgm:prSet presAssocID="{7C2EED13-B158-437B-9737-57E37303F93C}" presName="parTx" presStyleLbl="revTx" presStyleIdx="0" presStyleCnt="3">
        <dgm:presLayoutVars>
          <dgm:chMax val="0"/>
          <dgm:chPref val="0"/>
        </dgm:presLayoutVars>
      </dgm:prSet>
      <dgm:spPr/>
    </dgm:pt>
    <dgm:pt modelId="{40501191-2CD5-4D04-9116-A989AFE9C7DB}" type="pres">
      <dgm:prSet presAssocID="{8647AF37-2FB4-4559-9827-8F7FB4481D20}" presName="sibTrans" presStyleCnt="0"/>
      <dgm:spPr/>
    </dgm:pt>
    <dgm:pt modelId="{5A713B5B-9D09-4DCF-BDDA-F345D8664D1F}" type="pres">
      <dgm:prSet presAssocID="{3E9580B5-191A-40F4-A9A8-3B07D1C6736B}" presName="compNode" presStyleCnt="0"/>
      <dgm:spPr/>
    </dgm:pt>
    <dgm:pt modelId="{DAE1FAD3-F1A9-4D58-9625-1892BBDB233C}" type="pres">
      <dgm:prSet presAssocID="{3E9580B5-191A-40F4-A9A8-3B07D1C6736B}" presName="bgRect" presStyleLbl="bgShp" presStyleIdx="1" presStyleCnt="3"/>
      <dgm:spPr/>
    </dgm:pt>
    <dgm:pt modelId="{E8FD0CBC-AE73-40FB-9703-5F9CDA3EE7CE}" type="pres">
      <dgm:prSet presAssocID="{3E9580B5-191A-40F4-A9A8-3B07D1C6736B}"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ctor"/>
        </a:ext>
      </dgm:extLst>
    </dgm:pt>
    <dgm:pt modelId="{6C217F6C-0AC7-42A6-9B07-A985C6466E5A}" type="pres">
      <dgm:prSet presAssocID="{3E9580B5-191A-40F4-A9A8-3B07D1C6736B}" presName="spaceRect" presStyleCnt="0"/>
      <dgm:spPr/>
    </dgm:pt>
    <dgm:pt modelId="{620E3884-B25B-48A4-A0EF-BC7CCB27F19B}" type="pres">
      <dgm:prSet presAssocID="{3E9580B5-191A-40F4-A9A8-3B07D1C6736B}" presName="parTx" presStyleLbl="revTx" presStyleIdx="1" presStyleCnt="3">
        <dgm:presLayoutVars>
          <dgm:chMax val="0"/>
          <dgm:chPref val="0"/>
        </dgm:presLayoutVars>
      </dgm:prSet>
      <dgm:spPr/>
    </dgm:pt>
    <dgm:pt modelId="{2DE7FE98-4959-4F93-BE46-70132BE77D54}" type="pres">
      <dgm:prSet presAssocID="{94C40B88-92E2-4A3C-AAF6-2051A83E7DF9}" presName="sibTrans" presStyleCnt="0"/>
      <dgm:spPr/>
    </dgm:pt>
    <dgm:pt modelId="{15A698AF-0BB1-45D2-938A-E955D80140B3}" type="pres">
      <dgm:prSet presAssocID="{95CA23FA-6A9B-4F4F-87DA-5C86A8F35DF8}" presName="compNode" presStyleCnt="0"/>
      <dgm:spPr/>
    </dgm:pt>
    <dgm:pt modelId="{7396C0D5-4C7B-486A-A0F4-045E011D11CB}" type="pres">
      <dgm:prSet presAssocID="{95CA23FA-6A9B-4F4F-87DA-5C86A8F35DF8}" presName="bgRect" presStyleLbl="bgShp" presStyleIdx="2" presStyleCnt="3"/>
      <dgm:spPr/>
    </dgm:pt>
    <dgm:pt modelId="{688248D6-B420-47DB-AF63-D4D2D9CF163A}" type="pres">
      <dgm:prSet presAssocID="{95CA23FA-6A9B-4F4F-87DA-5C86A8F35DF8}"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Lightning"/>
        </a:ext>
      </dgm:extLst>
    </dgm:pt>
    <dgm:pt modelId="{C5CE491D-0B91-44ED-AD9E-638FAEE8D6B5}" type="pres">
      <dgm:prSet presAssocID="{95CA23FA-6A9B-4F4F-87DA-5C86A8F35DF8}" presName="spaceRect" presStyleCnt="0"/>
      <dgm:spPr/>
    </dgm:pt>
    <dgm:pt modelId="{0C2FFD5E-C8BA-4E99-A5D7-A02B626BE011}" type="pres">
      <dgm:prSet presAssocID="{95CA23FA-6A9B-4F4F-87DA-5C86A8F35DF8}" presName="parTx" presStyleLbl="revTx" presStyleIdx="2" presStyleCnt="3">
        <dgm:presLayoutVars>
          <dgm:chMax val="0"/>
          <dgm:chPref val="0"/>
        </dgm:presLayoutVars>
      </dgm:prSet>
      <dgm:spPr/>
    </dgm:pt>
  </dgm:ptLst>
  <dgm:cxnLst>
    <dgm:cxn modelId="{F8B69D0F-D413-4474-A1A8-01446B23070C}" type="presOf" srcId="{19BC0AAC-E280-4475-A186-5396AE1B241D}" destId="{9983EC48-A161-4880-B81F-B20DDD5A21A0}" srcOrd="0" destOrd="0" presId="urn:microsoft.com/office/officeart/2018/2/layout/IconVerticalSolidList"/>
    <dgm:cxn modelId="{9F8B6D14-C7EE-46CE-807E-2E4FCF042CB4}" type="presOf" srcId="{3E9580B5-191A-40F4-A9A8-3B07D1C6736B}" destId="{620E3884-B25B-48A4-A0EF-BC7CCB27F19B}" srcOrd="0" destOrd="0" presId="urn:microsoft.com/office/officeart/2018/2/layout/IconVerticalSolidList"/>
    <dgm:cxn modelId="{A937D837-4CDE-4B1A-A37E-43583A4CC204}" srcId="{19BC0AAC-E280-4475-A186-5396AE1B241D}" destId="{3E9580B5-191A-40F4-A9A8-3B07D1C6736B}" srcOrd="1" destOrd="0" parTransId="{A5EF4A41-FE85-411A-883A-39C96DD824E1}" sibTransId="{94C40B88-92E2-4A3C-AAF6-2051A83E7DF9}"/>
    <dgm:cxn modelId="{8759CC51-EA28-409E-8143-D77DA03625ED}" srcId="{19BC0AAC-E280-4475-A186-5396AE1B241D}" destId="{95CA23FA-6A9B-4F4F-87DA-5C86A8F35DF8}" srcOrd="2" destOrd="0" parTransId="{00AD5E37-B918-4F40-A246-2D680961B848}" sibTransId="{A1C593DD-9CE2-4CEF-BBCA-938E9D0DF1C3}"/>
    <dgm:cxn modelId="{BC8357B2-9DC8-472E-B335-49D985C0854A}" type="presOf" srcId="{95CA23FA-6A9B-4F4F-87DA-5C86A8F35DF8}" destId="{0C2FFD5E-C8BA-4E99-A5D7-A02B626BE011}" srcOrd="0" destOrd="0" presId="urn:microsoft.com/office/officeart/2018/2/layout/IconVerticalSolidList"/>
    <dgm:cxn modelId="{4C4F56B6-9E99-4D4C-A2A7-6C737583832A}" srcId="{19BC0AAC-E280-4475-A186-5396AE1B241D}" destId="{7C2EED13-B158-437B-9737-57E37303F93C}" srcOrd="0" destOrd="0" parTransId="{16096896-80C7-4C2C-833B-A72F83D9DEBE}" sibTransId="{8647AF37-2FB4-4559-9827-8F7FB4481D20}"/>
    <dgm:cxn modelId="{8C738FF4-2DB4-4C0F-A562-57BADAB6BEB1}" type="presOf" srcId="{7C2EED13-B158-437B-9737-57E37303F93C}" destId="{5B9C9A41-E5F6-492A-951E-9243E2E966FB}" srcOrd="0" destOrd="0" presId="urn:microsoft.com/office/officeart/2018/2/layout/IconVerticalSolidList"/>
    <dgm:cxn modelId="{4D4AB5ED-DCB2-4192-B344-3BD4F30E020A}" type="presParOf" srcId="{9983EC48-A161-4880-B81F-B20DDD5A21A0}" destId="{AD62C1F8-3394-4D10-8D34-3604F4A41DE9}" srcOrd="0" destOrd="0" presId="urn:microsoft.com/office/officeart/2018/2/layout/IconVerticalSolidList"/>
    <dgm:cxn modelId="{FA53EDD2-95DF-4E3E-B396-659A0582B410}" type="presParOf" srcId="{AD62C1F8-3394-4D10-8D34-3604F4A41DE9}" destId="{8E0C1F5F-A686-4CAE-957D-49D62E22FF06}" srcOrd="0" destOrd="0" presId="urn:microsoft.com/office/officeart/2018/2/layout/IconVerticalSolidList"/>
    <dgm:cxn modelId="{9CF26957-B835-443C-BFC3-8A57F568BDED}" type="presParOf" srcId="{AD62C1F8-3394-4D10-8D34-3604F4A41DE9}" destId="{5BEDAB10-99C2-49CC-93B1-6B60A740E3AF}" srcOrd="1" destOrd="0" presId="urn:microsoft.com/office/officeart/2018/2/layout/IconVerticalSolidList"/>
    <dgm:cxn modelId="{37A4CECB-6880-4F9A-882F-75F8BEE07611}" type="presParOf" srcId="{AD62C1F8-3394-4D10-8D34-3604F4A41DE9}" destId="{B43FE34E-73E8-4774-A252-84438A69D38B}" srcOrd="2" destOrd="0" presId="urn:microsoft.com/office/officeart/2018/2/layout/IconVerticalSolidList"/>
    <dgm:cxn modelId="{3715B68D-3E96-44E8-B39B-E4C96703D3A9}" type="presParOf" srcId="{AD62C1F8-3394-4D10-8D34-3604F4A41DE9}" destId="{5B9C9A41-E5F6-492A-951E-9243E2E966FB}" srcOrd="3" destOrd="0" presId="urn:microsoft.com/office/officeart/2018/2/layout/IconVerticalSolidList"/>
    <dgm:cxn modelId="{D5C3E914-E47A-414A-A6F4-02ADA00512A6}" type="presParOf" srcId="{9983EC48-A161-4880-B81F-B20DDD5A21A0}" destId="{40501191-2CD5-4D04-9116-A989AFE9C7DB}" srcOrd="1" destOrd="0" presId="urn:microsoft.com/office/officeart/2018/2/layout/IconVerticalSolidList"/>
    <dgm:cxn modelId="{6094FD21-5129-462E-9040-75738F872C87}" type="presParOf" srcId="{9983EC48-A161-4880-B81F-B20DDD5A21A0}" destId="{5A713B5B-9D09-4DCF-BDDA-F345D8664D1F}" srcOrd="2" destOrd="0" presId="urn:microsoft.com/office/officeart/2018/2/layout/IconVerticalSolidList"/>
    <dgm:cxn modelId="{5895813D-6CBF-439E-BE1B-2FA436FAE05D}" type="presParOf" srcId="{5A713B5B-9D09-4DCF-BDDA-F345D8664D1F}" destId="{DAE1FAD3-F1A9-4D58-9625-1892BBDB233C}" srcOrd="0" destOrd="0" presId="urn:microsoft.com/office/officeart/2018/2/layout/IconVerticalSolidList"/>
    <dgm:cxn modelId="{F40304A1-608F-4B7E-889B-2A088CB63C1E}" type="presParOf" srcId="{5A713B5B-9D09-4DCF-BDDA-F345D8664D1F}" destId="{E8FD0CBC-AE73-40FB-9703-5F9CDA3EE7CE}" srcOrd="1" destOrd="0" presId="urn:microsoft.com/office/officeart/2018/2/layout/IconVerticalSolidList"/>
    <dgm:cxn modelId="{664E8A2A-B763-436A-86E6-0A0A56465EA5}" type="presParOf" srcId="{5A713B5B-9D09-4DCF-BDDA-F345D8664D1F}" destId="{6C217F6C-0AC7-42A6-9B07-A985C6466E5A}" srcOrd="2" destOrd="0" presId="urn:microsoft.com/office/officeart/2018/2/layout/IconVerticalSolidList"/>
    <dgm:cxn modelId="{35627585-7164-4C94-B0BE-280C0C1852E9}" type="presParOf" srcId="{5A713B5B-9D09-4DCF-BDDA-F345D8664D1F}" destId="{620E3884-B25B-48A4-A0EF-BC7CCB27F19B}" srcOrd="3" destOrd="0" presId="urn:microsoft.com/office/officeart/2018/2/layout/IconVerticalSolidList"/>
    <dgm:cxn modelId="{B501A598-FB4C-475F-B5D1-27241106F19C}" type="presParOf" srcId="{9983EC48-A161-4880-B81F-B20DDD5A21A0}" destId="{2DE7FE98-4959-4F93-BE46-70132BE77D54}" srcOrd="3" destOrd="0" presId="urn:microsoft.com/office/officeart/2018/2/layout/IconVerticalSolidList"/>
    <dgm:cxn modelId="{F030D3E9-9979-4E49-A295-C3B0D7B76AF6}" type="presParOf" srcId="{9983EC48-A161-4880-B81F-B20DDD5A21A0}" destId="{15A698AF-0BB1-45D2-938A-E955D80140B3}" srcOrd="4" destOrd="0" presId="urn:microsoft.com/office/officeart/2018/2/layout/IconVerticalSolidList"/>
    <dgm:cxn modelId="{BC7372E9-0C24-4F8B-AC6F-9326C75031F1}" type="presParOf" srcId="{15A698AF-0BB1-45D2-938A-E955D80140B3}" destId="{7396C0D5-4C7B-486A-A0F4-045E011D11CB}" srcOrd="0" destOrd="0" presId="urn:microsoft.com/office/officeart/2018/2/layout/IconVerticalSolidList"/>
    <dgm:cxn modelId="{3942A89F-B5F6-499F-B118-89B44F8081A5}" type="presParOf" srcId="{15A698AF-0BB1-45D2-938A-E955D80140B3}" destId="{688248D6-B420-47DB-AF63-D4D2D9CF163A}" srcOrd="1" destOrd="0" presId="urn:microsoft.com/office/officeart/2018/2/layout/IconVerticalSolidList"/>
    <dgm:cxn modelId="{0EFC74FD-6382-4E79-B0FF-53534C91A737}" type="presParOf" srcId="{15A698AF-0BB1-45D2-938A-E955D80140B3}" destId="{C5CE491D-0B91-44ED-AD9E-638FAEE8D6B5}" srcOrd="2" destOrd="0" presId="urn:microsoft.com/office/officeart/2018/2/layout/IconVerticalSolidList"/>
    <dgm:cxn modelId="{DD9C6A67-C069-4743-9302-920172E0BC5F}" type="presParOf" srcId="{15A698AF-0BB1-45D2-938A-E955D80140B3}" destId="{0C2FFD5E-C8BA-4E99-A5D7-A02B626BE01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BFD3CF-887B-4E44-A5E4-37BC179A8D5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8AC3CA2-FE62-4A1B-B8DD-4B5DBA7401B8}">
      <dgm:prSet/>
      <dgm:spPr/>
      <dgm:t>
        <a:bodyPr/>
        <a:lstStyle/>
        <a:p>
          <a:r>
            <a:rPr lang="en-US"/>
            <a:t>Everyday Driver – wants to know if it’s safe to get home</a:t>
          </a:r>
        </a:p>
      </dgm:t>
    </dgm:pt>
    <dgm:pt modelId="{4F75677B-1965-43A3-9777-61211990F3F2}" type="parTrans" cxnId="{B76E222F-8C69-41F6-9DD3-7974CC7FBCE6}">
      <dgm:prSet/>
      <dgm:spPr/>
      <dgm:t>
        <a:bodyPr/>
        <a:lstStyle/>
        <a:p>
          <a:endParaRPr lang="en-US"/>
        </a:p>
      </dgm:t>
    </dgm:pt>
    <dgm:pt modelId="{4718B991-0791-421A-8226-FBA8ECA1701F}" type="sibTrans" cxnId="{B76E222F-8C69-41F6-9DD3-7974CC7FBCE6}">
      <dgm:prSet/>
      <dgm:spPr/>
      <dgm:t>
        <a:bodyPr/>
        <a:lstStyle/>
        <a:p>
          <a:endParaRPr lang="en-US"/>
        </a:p>
      </dgm:t>
    </dgm:pt>
    <dgm:pt modelId="{18085035-BAB4-4627-AA11-528E3D07BB7D}">
      <dgm:prSet/>
      <dgm:spPr/>
      <dgm:t>
        <a:bodyPr/>
        <a:lstStyle/>
        <a:p>
          <a:r>
            <a:rPr lang="en-US"/>
            <a:t>DIYer – has a scanner but codes are confusing</a:t>
          </a:r>
        </a:p>
      </dgm:t>
    </dgm:pt>
    <dgm:pt modelId="{58C62FC6-228D-4EC3-BF63-D39963B77A28}" type="parTrans" cxnId="{82B5E290-91B3-4B92-83F3-A7705338333E}">
      <dgm:prSet/>
      <dgm:spPr/>
      <dgm:t>
        <a:bodyPr/>
        <a:lstStyle/>
        <a:p>
          <a:endParaRPr lang="en-US"/>
        </a:p>
      </dgm:t>
    </dgm:pt>
    <dgm:pt modelId="{48355E70-F8FA-4C4C-9722-75D7592DED48}" type="sibTrans" cxnId="{82B5E290-91B3-4B92-83F3-A7705338333E}">
      <dgm:prSet/>
      <dgm:spPr/>
      <dgm:t>
        <a:bodyPr/>
        <a:lstStyle/>
        <a:p>
          <a:endParaRPr lang="en-US"/>
        </a:p>
      </dgm:t>
    </dgm:pt>
    <dgm:pt modelId="{95DC6E93-8984-4166-8447-37CA862F9EA2}">
      <dgm:prSet/>
      <dgm:spPr/>
      <dgm:t>
        <a:bodyPr/>
        <a:lstStyle/>
        <a:p>
          <a:r>
            <a:rPr lang="en-US"/>
            <a:t>Small Shops – need quick triage to keep business moving</a:t>
          </a:r>
        </a:p>
      </dgm:t>
    </dgm:pt>
    <dgm:pt modelId="{00F47DF3-0FEB-4611-91D0-9D6F718CDDF5}" type="parTrans" cxnId="{25146D68-FD9B-4A9D-B774-65F7ECC9BFD7}">
      <dgm:prSet/>
      <dgm:spPr/>
      <dgm:t>
        <a:bodyPr/>
        <a:lstStyle/>
        <a:p>
          <a:endParaRPr lang="en-US"/>
        </a:p>
      </dgm:t>
    </dgm:pt>
    <dgm:pt modelId="{EECD13AC-FDA6-4F70-A213-AA6899482F9D}" type="sibTrans" cxnId="{25146D68-FD9B-4A9D-B774-65F7ECC9BFD7}">
      <dgm:prSet/>
      <dgm:spPr/>
      <dgm:t>
        <a:bodyPr/>
        <a:lstStyle/>
        <a:p>
          <a:endParaRPr lang="en-US"/>
        </a:p>
      </dgm:t>
    </dgm:pt>
    <dgm:pt modelId="{61345E31-3289-4922-B96D-C0081D0FAAB8}" type="pres">
      <dgm:prSet presAssocID="{C4BFD3CF-887B-4E44-A5E4-37BC179A8D5D}" presName="root" presStyleCnt="0">
        <dgm:presLayoutVars>
          <dgm:dir/>
          <dgm:resizeHandles val="exact"/>
        </dgm:presLayoutVars>
      </dgm:prSet>
      <dgm:spPr/>
    </dgm:pt>
    <dgm:pt modelId="{84E3E762-E336-494C-9A21-EB08F37D870C}" type="pres">
      <dgm:prSet presAssocID="{48AC3CA2-FE62-4A1B-B8DD-4B5DBA7401B8}" presName="compNode" presStyleCnt="0"/>
      <dgm:spPr/>
    </dgm:pt>
    <dgm:pt modelId="{DC05A206-3D68-4AB6-B57C-4F8F331E2BA0}" type="pres">
      <dgm:prSet presAssocID="{48AC3CA2-FE62-4A1B-B8DD-4B5DBA7401B8}" presName="bgRect" presStyleLbl="bgShp" presStyleIdx="0" presStyleCnt="3"/>
      <dgm:spPr/>
    </dgm:pt>
    <dgm:pt modelId="{A93F68B5-225B-4E58-8008-74B29A647A57}" type="pres">
      <dgm:prSet presAssocID="{48AC3CA2-FE62-4A1B-B8DD-4B5DBA7401B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se"/>
        </a:ext>
      </dgm:extLst>
    </dgm:pt>
    <dgm:pt modelId="{03B8E000-75A8-405A-9EEC-C498C5264826}" type="pres">
      <dgm:prSet presAssocID="{48AC3CA2-FE62-4A1B-B8DD-4B5DBA7401B8}" presName="spaceRect" presStyleCnt="0"/>
      <dgm:spPr/>
    </dgm:pt>
    <dgm:pt modelId="{CFA63E13-A7E3-4DB9-8D84-EE79AF4592F0}" type="pres">
      <dgm:prSet presAssocID="{48AC3CA2-FE62-4A1B-B8DD-4B5DBA7401B8}" presName="parTx" presStyleLbl="revTx" presStyleIdx="0" presStyleCnt="3">
        <dgm:presLayoutVars>
          <dgm:chMax val="0"/>
          <dgm:chPref val="0"/>
        </dgm:presLayoutVars>
      </dgm:prSet>
      <dgm:spPr/>
    </dgm:pt>
    <dgm:pt modelId="{CC91836F-F1A1-4527-948B-248F72377310}" type="pres">
      <dgm:prSet presAssocID="{4718B991-0791-421A-8226-FBA8ECA1701F}" presName="sibTrans" presStyleCnt="0"/>
      <dgm:spPr/>
    </dgm:pt>
    <dgm:pt modelId="{C0002811-0957-4551-94C6-AB2367212887}" type="pres">
      <dgm:prSet presAssocID="{18085035-BAB4-4627-AA11-528E3D07BB7D}" presName="compNode" presStyleCnt="0"/>
      <dgm:spPr/>
    </dgm:pt>
    <dgm:pt modelId="{1FC1680F-41F1-4527-86CA-91D2DBF2E2C8}" type="pres">
      <dgm:prSet presAssocID="{18085035-BAB4-4627-AA11-528E3D07BB7D}" presName="bgRect" presStyleLbl="bgShp" presStyleIdx="1" presStyleCnt="3"/>
      <dgm:spPr/>
    </dgm:pt>
    <dgm:pt modelId="{F175C999-0CC2-48AA-98F8-4429828EFE01}" type="pres">
      <dgm:prSet presAssocID="{18085035-BAB4-4627-AA11-528E3D07BB7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nner"/>
        </a:ext>
      </dgm:extLst>
    </dgm:pt>
    <dgm:pt modelId="{84A4249C-3772-4E92-AD0A-1A14F2B344AF}" type="pres">
      <dgm:prSet presAssocID="{18085035-BAB4-4627-AA11-528E3D07BB7D}" presName="spaceRect" presStyleCnt="0"/>
      <dgm:spPr/>
    </dgm:pt>
    <dgm:pt modelId="{A3ED2661-359D-439B-90B0-BB01565F5A8C}" type="pres">
      <dgm:prSet presAssocID="{18085035-BAB4-4627-AA11-528E3D07BB7D}" presName="parTx" presStyleLbl="revTx" presStyleIdx="1" presStyleCnt="3">
        <dgm:presLayoutVars>
          <dgm:chMax val="0"/>
          <dgm:chPref val="0"/>
        </dgm:presLayoutVars>
      </dgm:prSet>
      <dgm:spPr/>
    </dgm:pt>
    <dgm:pt modelId="{53C8B1B0-D2A9-45E1-984A-BC8B739D9D5B}" type="pres">
      <dgm:prSet presAssocID="{48355E70-F8FA-4C4C-9722-75D7592DED48}" presName="sibTrans" presStyleCnt="0"/>
      <dgm:spPr/>
    </dgm:pt>
    <dgm:pt modelId="{7CE66025-84CE-4B63-AF84-E5D47CABD7CA}" type="pres">
      <dgm:prSet presAssocID="{95DC6E93-8984-4166-8447-37CA862F9EA2}" presName="compNode" presStyleCnt="0"/>
      <dgm:spPr/>
    </dgm:pt>
    <dgm:pt modelId="{AA0EC02A-8E5F-478C-B151-CC09BF41B4B7}" type="pres">
      <dgm:prSet presAssocID="{95DC6E93-8984-4166-8447-37CA862F9EA2}" presName="bgRect" presStyleLbl="bgShp" presStyleIdx="2" presStyleCnt="3"/>
      <dgm:spPr/>
    </dgm:pt>
    <dgm:pt modelId="{2EB850EA-D4B5-473A-BDCC-BAD20FC3E052}" type="pres">
      <dgm:prSet presAssocID="{95DC6E93-8984-4166-8447-37CA862F9EA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re"/>
        </a:ext>
      </dgm:extLst>
    </dgm:pt>
    <dgm:pt modelId="{E9F304A8-8033-41DC-A574-AB8C5C94045F}" type="pres">
      <dgm:prSet presAssocID="{95DC6E93-8984-4166-8447-37CA862F9EA2}" presName="spaceRect" presStyleCnt="0"/>
      <dgm:spPr/>
    </dgm:pt>
    <dgm:pt modelId="{769A933F-4733-4B34-841B-4BE52584CDB3}" type="pres">
      <dgm:prSet presAssocID="{95DC6E93-8984-4166-8447-37CA862F9EA2}" presName="parTx" presStyleLbl="revTx" presStyleIdx="2" presStyleCnt="3">
        <dgm:presLayoutVars>
          <dgm:chMax val="0"/>
          <dgm:chPref val="0"/>
        </dgm:presLayoutVars>
      </dgm:prSet>
      <dgm:spPr/>
    </dgm:pt>
  </dgm:ptLst>
  <dgm:cxnLst>
    <dgm:cxn modelId="{B76E222F-8C69-41F6-9DD3-7974CC7FBCE6}" srcId="{C4BFD3CF-887B-4E44-A5E4-37BC179A8D5D}" destId="{48AC3CA2-FE62-4A1B-B8DD-4B5DBA7401B8}" srcOrd="0" destOrd="0" parTransId="{4F75677B-1965-43A3-9777-61211990F3F2}" sibTransId="{4718B991-0791-421A-8226-FBA8ECA1701F}"/>
    <dgm:cxn modelId="{AD366840-339B-4FAC-97DF-641BF2CBCED3}" type="presOf" srcId="{95DC6E93-8984-4166-8447-37CA862F9EA2}" destId="{769A933F-4733-4B34-841B-4BE52584CDB3}" srcOrd="0" destOrd="0" presId="urn:microsoft.com/office/officeart/2018/2/layout/IconVerticalSolidList"/>
    <dgm:cxn modelId="{25146D68-FD9B-4A9D-B774-65F7ECC9BFD7}" srcId="{C4BFD3CF-887B-4E44-A5E4-37BC179A8D5D}" destId="{95DC6E93-8984-4166-8447-37CA862F9EA2}" srcOrd="2" destOrd="0" parTransId="{00F47DF3-0FEB-4611-91D0-9D6F718CDDF5}" sibTransId="{EECD13AC-FDA6-4F70-A213-AA6899482F9D}"/>
    <dgm:cxn modelId="{82B5E290-91B3-4B92-83F3-A7705338333E}" srcId="{C4BFD3CF-887B-4E44-A5E4-37BC179A8D5D}" destId="{18085035-BAB4-4627-AA11-528E3D07BB7D}" srcOrd="1" destOrd="0" parTransId="{58C62FC6-228D-4EC3-BF63-D39963B77A28}" sibTransId="{48355E70-F8FA-4C4C-9722-75D7592DED48}"/>
    <dgm:cxn modelId="{5F02C4C8-841C-4417-AD99-F8BF3D3B4A32}" type="presOf" srcId="{C4BFD3CF-887B-4E44-A5E4-37BC179A8D5D}" destId="{61345E31-3289-4922-B96D-C0081D0FAAB8}" srcOrd="0" destOrd="0" presId="urn:microsoft.com/office/officeart/2018/2/layout/IconVerticalSolidList"/>
    <dgm:cxn modelId="{90D29DDB-B1B6-428E-B585-5A1EBCFB3797}" type="presOf" srcId="{18085035-BAB4-4627-AA11-528E3D07BB7D}" destId="{A3ED2661-359D-439B-90B0-BB01565F5A8C}" srcOrd="0" destOrd="0" presId="urn:microsoft.com/office/officeart/2018/2/layout/IconVerticalSolidList"/>
    <dgm:cxn modelId="{C286A5E8-2957-4B5B-91E0-968DDBBF9011}" type="presOf" srcId="{48AC3CA2-FE62-4A1B-B8DD-4B5DBA7401B8}" destId="{CFA63E13-A7E3-4DB9-8D84-EE79AF4592F0}" srcOrd="0" destOrd="0" presId="urn:microsoft.com/office/officeart/2018/2/layout/IconVerticalSolidList"/>
    <dgm:cxn modelId="{2F66323A-C6C6-4982-A19A-46B7EDF267D6}" type="presParOf" srcId="{61345E31-3289-4922-B96D-C0081D0FAAB8}" destId="{84E3E762-E336-494C-9A21-EB08F37D870C}" srcOrd="0" destOrd="0" presId="urn:microsoft.com/office/officeart/2018/2/layout/IconVerticalSolidList"/>
    <dgm:cxn modelId="{9E002F0E-25F3-4A76-B8A3-8F41B343A404}" type="presParOf" srcId="{84E3E762-E336-494C-9A21-EB08F37D870C}" destId="{DC05A206-3D68-4AB6-B57C-4F8F331E2BA0}" srcOrd="0" destOrd="0" presId="urn:microsoft.com/office/officeart/2018/2/layout/IconVerticalSolidList"/>
    <dgm:cxn modelId="{A1A25EF3-1DFF-456D-B8FC-0F5E914522E5}" type="presParOf" srcId="{84E3E762-E336-494C-9A21-EB08F37D870C}" destId="{A93F68B5-225B-4E58-8008-74B29A647A57}" srcOrd="1" destOrd="0" presId="urn:microsoft.com/office/officeart/2018/2/layout/IconVerticalSolidList"/>
    <dgm:cxn modelId="{949A5EEA-AD5E-4A9D-9B12-E897BE5893A8}" type="presParOf" srcId="{84E3E762-E336-494C-9A21-EB08F37D870C}" destId="{03B8E000-75A8-405A-9EEC-C498C5264826}" srcOrd="2" destOrd="0" presId="urn:microsoft.com/office/officeart/2018/2/layout/IconVerticalSolidList"/>
    <dgm:cxn modelId="{FF79156B-D8F9-4497-8C8D-6E0DCD18F32F}" type="presParOf" srcId="{84E3E762-E336-494C-9A21-EB08F37D870C}" destId="{CFA63E13-A7E3-4DB9-8D84-EE79AF4592F0}" srcOrd="3" destOrd="0" presId="urn:microsoft.com/office/officeart/2018/2/layout/IconVerticalSolidList"/>
    <dgm:cxn modelId="{A4060976-3C42-4DA3-BCDD-B14C2BCE8834}" type="presParOf" srcId="{61345E31-3289-4922-B96D-C0081D0FAAB8}" destId="{CC91836F-F1A1-4527-948B-248F72377310}" srcOrd="1" destOrd="0" presId="urn:microsoft.com/office/officeart/2018/2/layout/IconVerticalSolidList"/>
    <dgm:cxn modelId="{D56BB5AE-EC5A-4669-8515-9526292F2D35}" type="presParOf" srcId="{61345E31-3289-4922-B96D-C0081D0FAAB8}" destId="{C0002811-0957-4551-94C6-AB2367212887}" srcOrd="2" destOrd="0" presId="urn:microsoft.com/office/officeart/2018/2/layout/IconVerticalSolidList"/>
    <dgm:cxn modelId="{8E4826AB-387D-44B1-A2AF-AAA8A753E408}" type="presParOf" srcId="{C0002811-0957-4551-94C6-AB2367212887}" destId="{1FC1680F-41F1-4527-86CA-91D2DBF2E2C8}" srcOrd="0" destOrd="0" presId="urn:microsoft.com/office/officeart/2018/2/layout/IconVerticalSolidList"/>
    <dgm:cxn modelId="{EF9B52BD-27C1-4650-8E50-EAF69B2E9B0F}" type="presParOf" srcId="{C0002811-0957-4551-94C6-AB2367212887}" destId="{F175C999-0CC2-48AA-98F8-4429828EFE01}" srcOrd="1" destOrd="0" presId="urn:microsoft.com/office/officeart/2018/2/layout/IconVerticalSolidList"/>
    <dgm:cxn modelId="{296F736C-55A6-4710-AEBB-1ED141AEEF30}" type="presParOf" srcId="{C0002811-0957-4551-94C6-AB2367212887}" destId="{84A4249C-3772-4E92-AD0A-1A14F2B344AF}" srcOrd="2" destOrd="0" presId="urn:microsoft.com/office/officeart/2018/2/layout/IconVerticalSolidList"/>
    <dgm:cxn modelId="{7DF1302F-84B0-4181-AE36-EE58C16FE5AC}" type="presParOf" srcId="{C0002811-0957-4551-94C6-AB2367212887}" destId="{A3ED2661-359D-439B-90B0-BB01565F5A8C}" srcOrd="3" destOrd="0" presId="urn:microsoft.com/office/officeart/2018/2/layout/IconVerticalSolidList"/>
    <dgm:cxn modelId="{C6A30306-42CD-41E7-9270-57D734C8EF1A}" type="presParOf" srcId="{61345E31-3289-4922-B96D-C0081D0FAAB8}" destId="{53C8B1B0-D2A9-45E1-984A-BC8B739D9D5B}" srcOrd="3" destOrd="0" presId="urn:microsoft.com/office/officeart/2018/2/layout/IconVerticalSolidList"/>
    <dgm:cxn modelId="{C116D77D-B311-4C6E-9C81-A7F7B35600BB}" type="presParOf" srcId="{61345E31-3289-4922-B96D-C0081D0FAAB8}" destId="{7CE66025-84CE-4B63-AF84-E5D47CABD7CA}" srcOrd="4" destOrd="0" presId="urn:microsoft.com/office/officeart/2018/2/layout/IconVerticalSolidList"/>
    <dgm:cxn modelId="{DA1099FF-14DA-465C-83E5-E8641B202784}" type="presParOf" srcId="{7CE66025-84CE-4B63-AF84-E5D47CABD7CA}" destId="{AA0EC02A-8E5F-478C-B151-CC09BF41B4B7}" srcOrd="0" destOrd="0" presId="urn:microsoft.com/office/officeart/2018/2/layout/IconVerticalSolidList"/>
    <dgm:cxn modelId="{6B50F53D-5D8D-41C9-B95F-0F0158C10A39}" type="presParOf" srcId="{7CE66025-84CE-4B63-AF84-E5D47CABD7CA}" destId="{2EB850EA-D4B5-473A-BDCC-BAD20FC3E052}" srcOrd="1" destOrd="0" presId="urn:microsoft.com/office/officeart/2018/2/layout/IconVerticalSolidList"/>
    <dgm:cxn modelId="{23F0D538-D64E-43A5-BC76-B6DDE1DC81AC}" type="presParOf" srcId="{7CE66025-84CE-4B63-AF84-E5D47CABD7CA}" destId="{E9F304A8-8033-41DC-A574-AB8C5C94045F}" srcOrd="2" destOrd="0" presId="urn:microsoft.com/office/officeart/2018/2/layout/IconVerticalSolidList"/>
    <dgm:cxn modelId="{43DF7D7E-85F3-4390-9008-D4016846B3D6}" type="presParOf" srcId="{7CE66025-84CE-4B63-AF84-E5D47CABD7CA}" destId="{769A933F-4733-4B34-841B-4BE52584CDB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930975-96A4-42FD-A4CC-2FE5EB66CC1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D8C851C-B87A-4227-B6E4-5F5851857BB8}">
      <dgm:prSet/>
      <dgm:spPr/>
      <dgm:t>
        <a:bodyPr/>
        <a:lstStyle/>
        <a:p>
          <a:r>
            <a:rPr lang="en-US"/>
            <a:t>Raw scan data is difficult for users to act on</a:t>
          </a:r>
        </a:p>
      </dgm:t>
    </dgm:pt>
    <dgm:pt modelId="{F6E12FC7-394A-4DBE-8CD7-878CE807823D}" type="parTrans" cxnId="{9E50B1DF-B7BF-4F07-81E6-E91851E7461C}">
      <dgm:prSet/>
      <dgm:spPr/>
      <dgm:t>
        <a:bodyPr/>
        <a:lstStyle/>
        <a:p>
          <a:endParaRPr lang="en-US"/>
        </a:p>
      </dgm:t>
    </dgm:pt>
    <dgm:pt modelId="{7718C523-1206-4C1F-A7ED-DB9526336A5B}" type="sibTrans" cxnId="{9E50B1DF-B7BF-4F07-81E6-E91851E7461C}">
      <dgm:prSet/>
      <dgm:spPr/>
      <dgm:t>
        <a:bodyPr/>
        <a:lstStyle/>
        <a:p>
          <a:endParaRPr lang="en-US"/>
        </a:p>
      </dgm:t>
    </dgm:pt>
    <dgm:pt modelId="{12DB88AD-147C-46FB-A428-EF84B3B8BBB8}">
      <dgm:prSet/>
      <dgm:spPr/>
      <dgm:t>
        <a:bodyPr/>
        <a:lstStyle/>
        <a:p>
          <a:r>
            <a:rPr lang="en-US"/>
            <a:t>Drivers may misdiagnose problems</a:t>
          </a:r>
        </a:p>
      </dgm:t>
    </dgm:pt>
    <dgm:pt modelId="{D39D434A-1420-4CC7-96B9-D9B4749F4A8B}" type="parTrans" cxnId="{FF9A2DD9-E66F-46D7-BC41-ED13A190CFBA}">
      <dgm:prSet/>
      <dgm:spPr/>
      <dgm:t>
        <a:bodyPr/>
        <a:lstStyle/>
        <a:p>
          <a:endParaRPr lang="en-US"/>
        </a:p>
      </dgm:t>
    </dgm:pt>
    <dgm:pt modelId="{ED070641-FDB4-442A-88F5-A787A4655011}" type="sibTrans" cxnId="{FF9A2DD9-E66F-46D7-BC41-ED13A190CFBA}">
      <dgm:prSet/>
      <dgm:spPr/>
      <dgm:t>
        <a:bodyPr/>
        <a:lstStyle/>
        <a:p>
          <a:endParaRPr lang="en-US"/>
        </a:p>
      </dgm:t>
    </dgm:pt>
    <dgm:pt modelId="{0110EEF0-BB22-4CD1-8C7B-CD819C7BAA64}">
      <dgm:prSet/>
      <dgm:spPr/>
      <dgm:t>
        <a:bodyPr/>
        <a:lstStyle/>
        <a:p>
          <a:r>
            <a:rPr lang="en-US"/>
            <a:t>Repairs may become unnecessarily expensive</a:t>
          </a:r>
        </a:p>
      </dgm:t>
    </dgm:pt>
    <dgm:pt modelId="{E90E0CE6-AF4D-4802-ADFB-BC63F0719846}" type="parTrans" cxnId="{248581CA-171A-4458-BFA3-A8A904DA226B}">
      <dgm:prSet/>
      <dgm:spPr/>
      <dgm:t>
        <a:bodyPr/>
        <a:lstStyle/>
        <a:p>
          <a:endParaRPr lang="en-US"/>
        </a:p>
      </dgm:t>
    </dgm:pt>
    <dgm:pt modelId="{CE8FCB46-37C7-4096-8904-5BBF458F5969}" type="sibTrans" cxnId="{248581CA-171A-4458-BFA3-A8A904DA226B}">
      <dgm:prSet/>
      <dgm:spPr/>
      <dgm:t>
        <a:bodyPr/>
        <a:lstStyle/>
        <a:p>
          <a:endParaRPr lang="en-US"/>
        </a:p>
      </dgm:t>
    </dgm:pt>
    <dgm:pt modelId="{D505C937-D738-4523-948E-2FCA716437DB}">
      <dgm:prSet/>
      <dgm:spPr/>
      <dgm:t>
        <a:bodyPr/>
        <a:lstStyle/>
        <a:p>
          <a:r>
            <a:rPr lang="en-US"/>
            <a:t>Solution: Map vehicle data to ranked causes and risk levels</a:t>
          </a:r>
        </a:p>
      </dgm:t>
    </dgm:pt>
    <dgm:pt modelId="{B6C9A1A0-8AD3-4888-82EB-09D83CB437C2}" type="parTrans" cxnId="{3B0CE1E6-B640-4687-BE75-422D6F421D9A}">
      <dgm:prSet/>
      <dgm:spPr/>
      <dgm:t>
        <a:bodyPr/>
        <a:lstStyle/>
        <a:p>
          <a:endParaRPr lang="en-US"/>
        </a:p>
      </dgm:t>
    </dgm:pt>
    <dgm:pt modelId="{B82D115D-B773-4ED0-B5C7-F9F3C411E8C5}" type="sibTrans" cxnId="{3B0CE1E6-B640-4687-BE75-422D6F421D9A}">
      <dgm:prSet/>
      <dgm:spPr/>
      <dgm:t>
        <a:bodyPr/>
        <a:lstStyle/>
        <a:p>
          <a:endParaRPr lang="en-US"/>
        </a:p>
      </dgm:t>
    </dgm:pt>
    <dgm:pt modelId="{765179F5-A75A-47A1-AB44-B9FFD3762A89}" type="pres">
      <dgm:prSet presAssocID="{DC930975-96A4-42FD-A4CC-2FE5EB66CC19}" presName="root" presStyleCnt="0">
        <dgm:presLayoutVars>
          <dgm:dir/>
          <dgm:resizeHandles val="exact"/>
        </dgm:presLayoutVars>
      </dgm:prSet>
      <dgm:spPr/>
    </dgm:pt>
    <dgm:pt modelId="{BA4336D6-82A9-441C-A1D9-65FC26073215}" type="pres">
      <dgm:prSet presAssocID="{5D8C851C-B87A-4227-B6E4-5F5851857BB8}" presName="compNode" presStyleCnt="0"/>
      <dgm:spPr/>
    </dgm:pt>
    <dgm:pt modelId="{9F0FDC6C-83A0-4831-AD77-E70383B93DC6}" type="pres">
      <dgm:prSet presAssocID="{5D8C851C-B87A-4227-B6E4-5F5851857BB8}" presName="bgRect" presStyleLbl="bgShp" presStyleIdx="0" presStyleCnt="4"/>
      <dgm:spPr/>
    </dgm:pt>
    <dgm:pt modelId="{8809E7F7-F251-411A-A30C-3B6C262D49BC}" type="pres">
      <dgm:prSet presAssocID="{5D8C851C-B87A-4227-B6E4-5F5851857BB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33251E1F-54D0-47E2-9580-211A9C976F9E}" type="pres">
      <dgm:prSet presAssocID="{5D8C851C-B87A-4227-B6E4-5F5851857BB8}" presName="spaceRect" presStyleCnt="0"/>
      <dgm:spPr/>
    </dgm:pt>
    <dgm:pt modelId="{49474CC4-19B7-4F4A-A97B-A71B870A9BFC}" type="pres">
      <dgm:prSet presAssocID="{5D8C851C-B87A-4227-B6E4-5F5851857BB8}" presName="parTx" presStyleLbl="revTx" presStyleIdx="0" presStyleCnt="4">
        <dgm:presLayoutVars>
          <dgm:chMax val="0"/>
          <dgm:chPref val="0"/>
        </dgm:presLayoutVars>
      </dgm:prSet>
      <dgm:spPr/>
    </dgm:pt>
    <dgm:pt modelId="{7355684D-5827-4BA2-BC51-3D65991DBAFA}" type="pres">
      <dgm:prSet presAssocID="{7718C523-1206-4C1F-A7ED-DB9526336A5B}" presName="sibTrans" presStyleCnt="0"/>
      <dgm:spPr/>
    </dgm:pt>
    <dgm:pt modelId="{81BD8DE0-15D7-4E88-BB10-31A45D3A6660}" type="pres">
      <dgm:prSet presAssocID="{12DB88AD-147C-46FB-A428-EF84B3B8BBB8}" presName="compNode" presStyleCnt="0"/>
      <dgm:spPr/>
    </dgm:pt>
    <dgm:pt modelId="{5C8B745A-88D1-4F25-A96D-1DF465B35D96}" type="pres">
      <dgm:prSet presAssocID="{12DB88AD-147C-46FB-A428-EF84B3B8BBB8}" presName="bgRect" presStyleLbl="bgShp" presStyleIdx="1" presStyleCnt="4"/>
      <dgm:spPr/>
    </dgm:pt>
    <dgm:pt modelId="{5F8D687F-ADC6-4703-97D0-B56155F9AB81}" type="pres">
      <dgm:prSet presAssocID="{12DB88AD-147C-46FB-A428-EF84B3B8BBB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387EDEA7-8D73-4650-AC25-7F9590C55876}" type="pres">
      <dgm:prSet presAssocID="{12DB88AD-147C-46FB-A428-EF84B3B8BBB8}" presName="spaceRect" presStyleCnt="0"/>
      <dgm:spPr/>
    </dgm:pt>
    <dgm:pt modelId="{E0DA3402-5BFF-48AF-B4E1-0F6CE309390C}" type="pres">
      <dgm:prSet presAssocID="{12DB88AD-147C-46FB-A428-EF84B3B8BBB8}" presName="parTx" presStyleLbl="revTx" presStyleIdx="1" presStyleCnt="4">
        <dgm:presLayoutVars>
          <dgm:chMax val="0"/>
          <dgm:chPref val="0"/>
        </dgm:presLayoutVars>
      </dgm:prSet>
      <dgm:spPr/>
    </dgm:pt>
    <dgm:pt modelId="{547BAE42-ECFE-4578-AAC9-482C19A68DB7}" type="pres">
      <dgm:prSet presAssocID="{ED070641-FDB4-442A-88F5-A787A4655011}" presName="sibTrans" presStyleCnt="0"/>
      <dgm:spPr/>
    </dgm:pt>
    <dgm:pt modelId="{DE031191-6C04-4219-9122-258663618E19}" type="pres">
      <dgm:prSet presAssocID="{0110EEF0-BB22-4CD1-8C7B-CD819C7BAA64}" presName="compNode" presStyleCnt="0"/>
      <dgm:spPr/>
    </dgm:pt>
    <dgm:pt modelId="{58152265-FF5F-48C7-B04A-934C644D2662}" type="pres">
      <dgm:prSet presAssocID="{0110EEF0-BB22-4CD1-8C7B-CD819C7BAA64}" presName="bgRect" presStyleLbl="bgShp" presStyleIdx="2" presStyleCnt="4"/>
      <dgm:spPr/>
    </dgm:pt>
    <dgm:pt modelId="{EFBF09EC-BD04-4AF9-89D9-24BA2F23752E}" type="pres">
      <dgm:prSet presAssocID="{0110EEF0-BB22-4CD1-8C7B-CD819C7BAA6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ols"/>
        </a:ext>
      </dgm:extLst>
    </dgm:pt>
    <dgm:pt modelId="{A0056F8A-6376-411D-B93E-F4705259FF2C}" type="pres">
      <dgm:prSet presAssocID="{0110EEF0-BB22-4CD1-8C7B-CD819C7BAA64}" presName="spaceRect" presStyleCnt="0"/>
      <dgm:spPr/>
    </dgm:pt>
    <dgm:pt modelId="{313E8C85-FEA1-4731-9D82-E1DA951B0355}" type="pres">
      <dgm:prSet presAssocID="{0110EEF0-BB22-4CD1-8C7B-CD819C7BAA64}" presName="parTx" presStyleLbl="revTx" presStyleIdx="2" presStyleCnt="4">
        <dgm:presLayoutVars>
          <dgm:chMax val="0"/>
          <dgm:chPref val="0"/>
        </dgm:presLayoutVars>
      </dgm:prSet>
      <dgm:spPr/>
    </dgm:pt>
    <dgm:pt modelId="{FE56F0C7-2D8F-4679-91B6-2E18E29E2D64}" type="pres">
      <dgm:prSet presAssocID="{CE8FCB46-37C7-4096-8904-5BBF458F5969}" presName="sibTrans" presStyleCnt="0"/>
      <dgm:spPr/>
    </dgm:pt>
    <dgm:pt modelId="{1CBDDA58-004C-451E-B1A1-9136D39634B2}" type="pres">
      <dgm:prSet presAssocID="{D505C937-D738-4523-948E-2FCA716437DB}" presName="compNode" presStyleCnt="0"/>
      <dgm:spPr/>
    </dgm:pt>
    <dgm:pt modelId="{1F30EAF8-7819-49FE-9946-72303642ED57}" type="pres">
      <dgm:prSet presAssocID="{D505C937-D738-4523-948E-2FCA716437DB}" presName="bgRect" presStyleLbl="bgShp" presStyleIdx="3" presStyleCnt="4"/>
      <dgm:spPr/>
    </dgm:pt>
    <dgm:pt modelId="{F32C3F66-2B5E-4161-AD72-E94B0C3DA6CC}" type="pres">
      <dgm:prSet presAssocID="{D505C937-D738-4523-948E-2FCA716437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r"/>
        </a:ext>
      </dgm:extLst>
    </dgm:pt>
    <dgm:pt modelId="{E947EACC-67A4-40C8-A9C5-D0B5178949F8}" type="pres">
      <dgm:prSet presAssocID="{D505C937-D738-4523-948E-2FCA716437DB}" presName="spaceRect" presStyleCnt="0"/>
      <dgm:spPr/>
    </dgm:pt>
    <dgm:pt modelId="{84D09215-7E1A-4F48-B763-B925804EAEAF}" type="pres">
      <dgm:prSet presAssocID="{D505C937-D738-4523-948E-2FCA716437DB}" presName="parTx" presStyleLbl="revTx" presStyleIdx="3" presStyleCnt="4">
        <dgm:presLayoutVars>
          <dgm:chMax val="0"/>
          <dgm:chPref val="0"/>
        </dgm:presLayoutVars>
      </dgm:prSet>
      <dgm:spPr/>
    </dgm:pt>
  </dgm:ptLst>
  <dgm:cxnLst>
    <dgm:cxn modelId="{0E385C4B-F6C5-4D3E-8109-A2C52DC65744}" type="presOf" srcId="{12DB88AD-147C-46FB-A428-EF84B3B8BBB8}" destId="{E0DA3402-5BFF-48AF-B4E1-0F6CE309390C}" srcOrd="0" destOrd="0" presId="urn:microsoft.com/office/officeart/2018/2/layout/IconVerticalSolidList"/>
    <dgm:cxn modelId="{EF856351-BAB2-41AD-9445-2AC2EDDB8B68}" type="presOf" srcId="{DC930975-96A4-42FD-A4CC-2FE5EB66CC19}" destId="{765179F5-A75A-47A1-AB44-B9FFD3762A89}" srcOrd="0" destOrd="0" presId="urn:microsoft.com/office/officeart/2018/2/layout/IconVerticalSolidList"/>
    <dgm:cxn modelId="{CA51F386-5E09-49D4-B94B-0D062E887B72}" type="presOf" srcId="{5D8C851C-B87A-4227-B6E4-5F5851857BB8}" destId="{49474CC4-19B7-4F4A-A97B-A71B870A9BFC}" srcOrd="0" destOrd="0" presId="urn:microsoft.com/office/officeart/2018/2/layout/IconVerticalSolidList"/>
    <dgm:cxn modelId="{248581CA-171A-4458-BFA3-A8A904DA226B}" srcId="{DC930975-96A4-42FD-A4CC-2FE5EB66CC19}" destId="{0110EEF0-BB22-4CD1-8C7B-CD819C7BAA64}" srcOrd="2" destOrd="0" parTransId="{E90E0CE6-AF4D-4802-ADFB-BC63F0719846}" sibTransId="{CE8FCB46-37C7-4096-8904-5BBF458F5969}"/>
    <dgm:cxn modelId="{FF9A2DD9-E66F-46D7-BC41-ED13A190CFBA}" srcId="{DC930975-96A4-42FD-A4CC-2FE5EB66CC19}" destId="{12DB88AD-147C-46FB-A428-EF84B3B8BBB8}" srcOrd="1" destOrd="0" parTransId="{D39D434A-1420-4CC7-96B9-D9B4749F4A8B}" sibTransId="{ED070641-FDB4-442A-88F5-A787A4655011}"/>
    <dgm:cxn modelId="{9E50B1DF-B7BF-4F07-81E6-E91851E7461C}" srcId="{DC930975-96A4-42FD-A4CC-2FE5EB66CC19}" destId="{5D8C851C-B87A-4227-B6E4-5F5851857BB8}" srcOrd="0" destOrd="0" parTransId="{F6E12FC7-394A-4DBE-8CD7-878CE807823D}" sibTransId="{7718C523-1206-4C1F-A7ED-DB9526336A5B}"/>
    <dgm:cxn modelId="{C17E5CE3-8ACA-4F3C-A8AF-CFA51F06990A}" type="presOf" srcId="{D505C937-D738-4523-948E-2FCA716437DB}" destId="{84D09215-7E1A-4F48-B763-B925804EAEAF}" srcOrd="0" destOrd="0" presId="urn:microsoft.com/office/officeart/2018/2/layout/IconVerticalSolidList"/>
    <dgm:cxn modelId="{3B0CE1E6-B640-4687-BE75-422D6F421D9A}" srcId="{DC930975-96A4-42FD-A4CC-2FE5EB66CC19}" destId="{D505C937-D738-4523-948E-2FCA716437DB}" srcOrd="3" destOrd="0" parTransId="{B6C9A1A0-8AD3-4888-82EB-09D83CB437C2}" sibTransId="{B82D115D-B773-4ED0-B5C7-F9F3C411E8C5}"/>
    <dgm:cxn modelId="{342B2BE7-37DB-4C56-8CBC-6DEE45603271}" type="presOf" srcId="{0110EEF0-BB22-4CD1-8C7B-CD819C7BAA64}" destId="{313E8C85-FEA1-4731-9D82-E1DA951B0355}" srcOrd="0" destOrd="0" presId="urn:microsoft.com/office/officeart/2018/2/layout/IconVerticalSolidList"/>
    <dgm:cxn modelId="{27557E51-F298-4F38-AF82-8B571464DC9D}" type="presParOf" srcId="{765179F5-A75A-47A1-AB44-B9FFD3762A89}" destId="{BA4336D6-82A9-441C-A1D9-65FC26073215}" srcOrd="0" destOrd="0" presId="urn:microsoft.com/office/officeart/2018/2/layout/IconVerticalSolidList"/>
    <dgm:cxn modelId="{BF5E5AF9-C2CD-412D-939A-691C808333ED}" type="presParOf" srcId="{BA4336D6-82A9-441C-A1D9-65FC26073215}" destId="{9F0FDC6C-83A0-4831-AD77-E70383B93DC6}" srcOrd="0" destOrd="0" presId="urn:microsoft.com/office/officeart/2018/2/layout/IconVerticalSolidList"/>
    <dgm:cxn modelId="{A1A4010F-B360-49DF-82FA-5F8309CFFB89}" type="presParOf" srcId="{BA4336D6-82A9-441C-A1D9-65FC26073215}" destId="{8809E7F7-F251-411A-A30C-3B6C262D49BC}" srcOrd="1" destOrd="0" presId="urn:microsoft.com/office/officeart/2018/2/layout/IconVerticalSolidList"/>
    <dgm:cxn modelId="{98AFA524-F32F-4D90-AFDF-B85560B563D8}" type="presParOf" srcId="{BA4336D6-82A9-441C-A1D9-65FC26073215}" destId="{33251E1F-54D0-47E2-9580-211A9C976F9E}" srcOrd="2" destOrd="0" presId="urn:microsoft.com/office/officeart/2018/2/layout/IconVerticalSolidList"/>
    <dgm:cxn modelId="{B09CCB70-5B2A-4EC2-A6EE-75FFADBAFBFD}" type="presParOf" srcId="{BA4336D6-82A9-441C-A1D9-65FC26073215}" destId="{49474CC4-19B7-4F4A-A97B-A71B870A9BFC}" srcOrd="3" destOrd="0" presId="urn:microsoft.com/office/officeart/2018/2/layout/IconVerticalSolidList"/>
    <dgm:cxn modelId="{0490383C-8C59-4136-8066-D966192C7124}" type="presParOf" srcId="{765179F5-A75A-47A1-AB44-B9FFD3762A89}" destId="{7355684D-5827-4BA2-BC51-3D65991DBAFA}" srcOrd="1" destOrd="0" presId="urn:microsoft.com/office/officeart/2018/2/layout/IconVerticalSolidList"/>
    <dgm:cxn modelId="{1EA000D5-ACA6-4AFF-95D3-361C497289A5}" type="presParOf" srcId="{765179F5-A75A-47A1-AB44-B9FFD3762A89}" destId="{81BD8DE0-15D7-4E88-BB10-31A45D3A6660}" srcOrd="2" destOrd="0" presId="urn:microsoft.com/office/officeart/2018/2/layout/IconVerticalSolidList"/>
    <dgm:cxn modelId="{F1B698BB-5559-49D1-B11A-4F91EBD838BF}" type="presParOf" srcId="{81BD8DE0-15D7-4E88-BB10-31A45D3A6660}" destId="{5C8B745A-88D1-4F25-A96D-1DF465B35D96}" srcOrd="0" destOrd="0" presId="urn:microsoft.com/office/officeart/2018/2/layout/IconVerticalSolidList"/>
    <dgm:cxn modelId="{D3356830-490D-4DAC-A344-3A84A1CB03AB}" type="presParOf" srcId="{81BD8DE0-15D7-4E88-BB10-31A45D3A6660}" destId="{5F8D687F-ADC6-4703-97D0-B56155F9AB81}" srcOrd="1" destOrd="0" presId="urn:microsoft.com/office/officeart/2018/2/layout/IconVerticalSolidList"/>
    <dgm:cxn modelId="{3E47EF88-0858-4C8E-BFAF-AF72222849F2}" type="presParOf" srcId="{81BD8DE0-15D7-4E88-BB10-31A45D3A6660}" destId="{387EDEA7-8D73-4650-AC25-7F9590C55876}" srcOrd="2" destOrd="0" presId="urn:microsoft.com/office/officeart/2018/2/layout/IconVerticalSolidList"/>
    <dgm:cxn modelId="{0572A0D0-221C-4D38-9CE9-1C81A059BEE1}" type="presParOf" srcId="{81BD8DE0-15D7-4E88-BB10-31A45D3A6660}" destId="{E0DA3402-5BFF-48AF-B4E1-0F6CE309390C}" srcOrd="3" destOrd="0" presId="urn:microsoft.com/office/officeart/2018/2/layout/IconVerticalSolidList"/>
    <dgm:cxn modelId="{460D9313-144E-4CA9-B578-783C021DF196}" type="presParOf" srcId="{765179F5-A75A-47A1-AB44-B9FFD3762A89}" destId="{547BAE42-ECFE-4578-AAC9-482C19A68DB7}" srcOrd="3" destOrd="0" presId="urn:microsoft.com/office/officeart/2018/2/layout/IconVerticalSolidList"/>
    <dgm:cxn modelId="{E996E87E-3970-4CD5-A32F-7A9ADA4C9935}" type="presParOf" srcId="{765179F5-A75A-47A1-AB44-B9FFD3762A89}" destId="{DE031191-6C04-4219-9122-258663618E19}" srcOrd="4" destOrd="0" presId="urn:microsoft.com/office/officeart/2018/2/layout/IconVerticalSolidList"/>
    <dgm:cxn modelId="{FE3D179A-7D2F-4D0F-BA49-5CD19B45CC2B}" type="presParOf" srcId="{DE031191-6C04-4219-9122-258663618E19}" destId="{58152265-FF5F-48C7-B04A-934C644D2662}" srcOrd="0" destOrd="0" presId="urn:microsoft.com/office/officeart/2018/2/layout/IconVerticalSolidList"/>
    <dgm:cxn modelId="{FA11673E-2E6D-4065-8AB0-CF600C6EC1BD}" type="presParOf" srcId="{DE031191-6C04-4219-9122-258663618E19}" destId="{EFBF09EC-BD04-4AF9-89D9-24BA2F23752E}" srcOrd="1" destOrd="0" presId="urn:microsoft.com/office/officeart/2018/2/layout/IconVerticalSolidList"/>
    <dgm:cxn modelId="{32A1197E-3E16-4CA4-815D-9B040C48016A}" type="presParOf" srcId="{DE031191-6C04-4219-9122-258663618E19}" destId="{A0056F8A-6376-411D-B93E-F4705259FF2C}" srcOrd="2" destOrd="0" presId="urn:microsoft.com/office/officeart/2018/2/layout/IconVerticalSolidList"/>
    <dgm:cxn modelId="{B6493842-0EB3-49E1-92FF-ABEF5699353A}" type="presParOf" srcId="{DE031191-6C04-4219-9122-258663618E19}" destId="{313E8C85-FEA1-4731-9D82-E1DA951B0355}" srcOrd="3" destOrd="0" presId="urn:microsoft.com/office/officeart/2018/2/layout/IconVerticalSolidList"/>
    <dgm:cxn modelId="{26E45537-C2A0-4B06-91F5-43B840B13360}" type="presParOf" srcId="{765179F5-A75A-47A1-AB44-B9FFD3762A89}" destId="{FE56F0C7-2D8F-4679-91B6-2E18E29E2D64}" srcOrd="5" destOrd="0" presId="urn:microsoft.com/office/officeart/2018/2/layout/IconVerticalSolidList"/>
    <dgm:cxn modelId="{B1ED54C1-93B6-456A-BA87-A2B8B5598259}" type="presParOf" srcId="{765179F5-A75A-47A1-AB44-B9FFD3762A89}" destId="{1CBDDA58-004C-451E-B1A1-9136D39634B2}" srcOrd="6" destOrd="0" presId="urn:microsoft.com/office/officeart/2018/2/layout/IconVerticalSolidList"/>
    <dgm:cxn modelId="{A7E7BD8D-D230-457B-9AA7-D898C5A5A700}" type="presParOf" srcId="{1CBDDA58-004C-451E-B1A1-9136D39634B2}" destId="{1F30EAF8-7819-49FE-9946-72303642ED57}" srcOrd="0" destOrd="0" presId="urn:microsoft.com/office/officeart/2018/2/layout/IconVerticalSolidList"/>
    <dgm:cxn modelId="{CBF73523-5521-4989-8C6B-1B8D9BE5DAAC}" type="presParOf" srcId="{1CBDDA58-004C-451E-B1A1-9136D39634B2}" destId="{F32C3F66-2B5E-4161-AD72-E94B0C3DA6CC}" srcOrd="1" destOrd="0" presId="urn:microsoft.com/office/officeart/2018/2/layout/IconVerticalSolidList"/>
    <dgm:cxn modelId="{6760EE47-BFD2-414E-9A20-8F6F1627D0B1}" type="presParOf" srcId="{1CBDDA58-004C-451E-B1A1-9136D39634B2}" destId="{E947EACC-67A4-40C8-A9C5-D0B5178949F8}" srcOrd="2" destOrd="0" presId="urn:microsoft.com/office/officeart/2018/2/layout/IconVerticalSolidList"/>
    <dgm:cxn modelId="{98ED50D0-A388-430C-A9B5-75310EE2EE1D}" type="presParOf" srcId="{1CBDDA58-004C-451E-B1A1-9136D39634B2}" destId="{84D09215-7E1A-4F48-B763-B925804EAEA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584ADC4-2233-467C-ACA2-46C9C6F811F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F3427C3-35A5-440B-A17D-E8DF683CEE79}">
      <dgm:prSet/>
      <dgm:spPr/>
      <dgm:t>
        <a:bodyPr/>
        <a:lstStyle/>
        <a:p>
          <a:pPr>
            <a:lnSpc>
              <a:spcPct val="100000"/>
            </a:lnSpc>
          </a:pPr>
          <a:r>
            <a:rPr lang="en-US"/>
            <a:t>Data Layer – Vehicle-specific failure data</a:t>
          </a:r>
        </a:p>
      </dgm:t>
    </dgm:pt>
    <dgm:pt modelId="{81DEC5AB-1D1C-4326-9B16-81380A5A5E13}" type="parTrans" cxnId="{9E40DE28-1705-4C7E-9241-0E9415BE39FF}">
      <dgm:prSet/>
      <dgm:spPr/>
      <dgm:t>
        <a:bodyPr/>
        <a:lstStyle/>
        <a:p>
          <a:endParaRPr lang="en-US"/>
        </a:p>
      </dgm:t>
    </dgm:pt>
    <dgm:pt modelId="{55E76BA1-8066-4830-8138-F85690C5AA45}" type="sibTrans" cxnId="{9E40DE28-1705-4C7E-9241-0E9415BE39FF}">
      <dgm:prSet/>
      <dgm:spPr/>
      <dgm:t>
        <a:bodyPr/>
        <a:lstStyle/>
        <a:p>
          <a:endParaRPr lang="en-US"/>
        </a:p>
      </dgm:t>
    </dgm:pt>
    <dgm:pt modelId="{DAC3B26B-6588-4FC8-B0A1-29B66BF6F431}">
      <dgm:prSet/>
      <dgm:spPr/>
      <dgm:t>
        <a:bodyPr/>
        <a:lstStyle/>
        <a:p>
          <a:pPr>
            <a:lnSpc>
              <a:spcPct val="100000"/>
            </a:lnSpc>
          </a:pPr>
          <a:r>
            <a:rPr lang="en-US"/>
            <a:t>AI Layer – Probability-based fix prediction</a:t>
          </a:r>
        </a:p>
      </dgm:t>
    </dgm:pt>
    <dgm:pt modelId="{86DF2834-8AAC-40CA-BD25-E07EADEA97AB}" type="parTrans" cxnId="{76BAC511-681D-4B29-B479-1E9360CADA60}">
      <dgm:prSet/>
      <dgm:spPr/>
      <dgm:t>
        <a:bodyPr/>
        <a:lstStyle/>
        <a:p>
          <a:endParaRPr lang="en-US"/>
        </a:p>
      </dgm:t>
    </dgm:pt>
    <dgm:pt modelId="{8F501D97-6CAF-4166-BBC6-434C9BBA8574}" type="sibTrans" cxnId="{76BAC511-681D-4B29-B479-1E9360CADA60}">
      <dgm:prSet/>
      <dgm:spPr/>
      <dgm:t>
        <a:bodyPr/>
        <a:lstStyle/>
        <a:p>
          <a:endParaRPr lang="en-US"/>
        </a:p>
      </dgm:t>
    </dgm:pt>
    <dgm:pt modelId="{D80456CB-A837-4DFD-997C-BC80826D2344}">
      <dgm:prSet/>
      <dgm:spPr/>
      <dgm:t>
        <a:bodyPr/>
        <a:lstStyle/>
        <a:p>
          <a:pPr>
            <a:lnSpc>
              <a:spcPct val="100000"/>
            </a:lnSpc>
          </a:pPr>
          <a:r>
            <a:rPr lang="en-US"/>
            <a:t>User Layer – Converts technical data into plain language</a:t>
          </a:r>
        </a:p>
      </dgm:t>
    </dgm:pt>
    <dgm:pt modelId="{8562049E-7A43-49C7-8AFF-11EB20A307C3}" type="parTrans" cxnId="{DF2502A1-84EE-416C-96B5-7CAAB3D093A6}">
      <dgm:prSet/>
      <dgm:spPr/>
      <dgm:t>
        <a:bodyPr/>
        <a:lstStyle/>
        <a:p>
          <a:endParaRPr lang="en-US"/>
        </a:p>
      </dgm:t>
    </dgm:pt>
    <dgm:pt modelId="{BC83EC73-D2E0-44AF-857C-3EDDD08B1FA3}" type="sibTrans" cxnId="{DF2502A1-84EE-416C-96B5-7CAAB3D093A6}">
      <dgm:prSet/>
      <dgm:spPr/>
      <dgm:t>
        <a:bodyPr/>
        <a:lstStyle/>
        <a:p>
          <a:endParaRPr lang="en-US"/>
        </a:p>
      </dgm:t>
    </dgm:pt>
    <dgm:pt modelId="{A6C657B0-81BA-436B-915A-7AD7FCD42D85}" type="pres">
      <dgm:prSet presAssocID="{0584ADC4-2233-467C-ACA2-46C9C6F811FF}" presName="root" presStyleCnt="0">
        <dgm:presLayoutVars>
          <dgm:dir/>
          <dgm:resizeHandles val="exact"/>
        </dgm:presLayoutVars>
      </dgm:prSet>
      <dgm:spPr/>
    </dgm:pt>
    <dgm:pt modelId="{0D674717-8154-4B9F-B8EC-747E9EAE3EB8}" type="pres">
      <dgm:prSet presAssocID="{9F3427C3-35A5-440B-A17D-E8DF683CEE79}" presName="compNode" presStyleCnt="0"/>
      <dgm:spPr/>
    </dgm:pt>
    <dgm:pt modelId="{31FDF2CD-DF22-465F-9ADE-B61F53228849}" type="pres">
      <dgm:prSet presAssocID="{9F3427C3-35A5-440B-A17D-E8DF683CEE79}" presName="bgRect" presStyleLbl="bgShp" presStyleIdx="0" presStyleCnt="3"/>
      <dgm:spPr/>
    </dgm:pt>
    <dgm:pt modelId="{23468D76-80C1-46FE-A5AD-BD08E6FD62FF}" type="pres">
      <dgm:prSet presAssocID="{9F3427C3-35A5-440B-A17D-E8DF683CEE7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ud"/>
        </a:ext>
      </dgm:extLst>
    </dgm:pt>
    <dgm:pt modelId="{699D9D25-08A5-4EC3-BF75-6F547EFF78B4}" type="pres">
      <dgm:prSet presAssocID="{9F3427C3-35A5-440B-A17D-E8DF683CEE79}" presName="spaceRect" presStyleCnt="0"/>
      <dgm:spPr/>
    </dgm:pt>
    <dgm:pt modelId="{3B8F0598-C642-42B0-ACFD-C9204C649929}" type="pres">
      <dgm:prSet presAssocID="{9F3427C3-35A5-440B-A17D-E8DF683CEE79}" presName="parTx" presStyleLbl="revTx" presStyleIdx="0" presStyleCnt="3">
        <dgm:presLayoutVars>
          <dgm:chMax val="0"/>
          <dgm:chPref val="0"/>
        </dgm:presLayoutVars>
      </dgm:prSet>
      <dgm:spPr/>
    </dgm:pt>
    <dgm:pt modelId="{FE97AD17-EFB8-4F52-AB5A-EBA08C75C35E}" type="pres">
      <dgm:prSet presAssocID="{55E76BA1-8066-4830-8138-F85690C5AA45}" presName="sibTrans" presStyleCnt="0"/>
      <dgm:spPr/>
    </dgm:pt>
    <dgm:pt modelId="{9C2F1084-3CB5-4A77-866E-562B2422741C}" type="pres">
      <dgm:prSet presAssocID="{DAC3B26B-6588-4FC8-B0A1-29B66BF6F431}" presName="compNode" presStyleCnt="0"/>
      <dgm:spPr/>
    </dgm:pt>
    <dgm:pt modelId="{813A02CE-43B7-4AC7-A22F-2F4522CDEBFC}" type="pres">
      <dgm:prSet presAssocID="{DAC3B26B-6588-4FC8-B0A1-29B66BF6F431}" presName="bgRect" presStyleLbl="bgShp" presStyleIdx="1" presStyleCnt="3"/>
      <dgm:spPr/>
    </dgm:pt>
    <dgm:pt modelId="{FFF2D5EE-4AD9-4853-AC9E-E58470E2A473}" type="pres">
      <dgm:prSet presAssocID="{DAC3B26B-6588-4FC8-B0A1-29B66BF6F43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9394AA75-2652-4123-88A6-0AAF4DE72246}" type="pres">
      <dgm:prSet presAssocID="{DAC3B26B-6588-4FC8-B0A1-29B66BF6F431}" presName="spaceRect" presStyleCnt="0"/>
      <dgm:spPr/>
    </dgm:pt>
    <dgm:pt modelId="{6C7A997E-5A0D-4FF1-BA71-E71471D45DEA}" type="pres">
      <dgm:prSet presAssocID="{DAC3B26B-6588-4FC8-B0A1-29B66BF6F431}" presName="parTx" presStyleLbl="revTx" presStyleIdx="1" presStyleCnt="3">
        <dgm:presLayoutVars>
          <dgm:chMax val="0"/>
          <dgm:chPref val="0"/>
        </dgm:presLayoutVars>
      </dgm:prSet>
      <dgm:spPr/>
    </dgm:pt>
    <dgm:pt modelId="{4E500A08-7670-44FC-A352-9842151B18CE}" type="pres">
      <dgm:prSet presAssocID="{8F501D97-6CAF-4166-BBC6-434C9BBA8574}" presName="sibTrans" presStyleCnt="0"/>
      <dgm:spPr/>
    </dgm:pt>
    <dgm:pt modelId="{56105840-F1F8-4A23-9BFC-AED28F3F8F5A}" type="pres">
      <dgm:prSet presAssocID="{D80456CB-A837-4DFD-997C-BC80826D2344}" presName="compNode" presStyleCnt="0"/>
      <dgm:spPr/>
    </dgm:pt>
    <dgm:pt modelId="{321B4AC5-1015-4AD1-AF53-CD3056A95F10}" type="pres">
      <dgm:prSet presAssocID="{D80456CB-A837-4DFD-997C-BC80826D2344}" presName="bgRect" presStyleLbl="bgShp" presStyleIdx="2" presStyleCnt="3"/>
      <dgm:spPr/>
    </dgm:pt>
    <dgm:pt modelId="{B6EB87B0-3077-47A5-993D-22A179FBE809}" type="pres">
      <dgm:prSet presAssocID="{D80456CB-A837-4DFD-997C-BC80826D234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817AA708-CF64-45BC-B431-905477BDF6A4}" type="pres">
      <dgm:prSet presAssocID="{D80456CB-A837-4DFD-997C-BC80826D2344}" presName="spaceRect" presStyleCnt="0"/>
      <dgm:spPr/>
    </dgm:pt>
    <dgm:pt modelId="{ADAFA60E-4A57-4605-AC82-429CD20D552C}" type="pres">
      <dgm:prSet presAssocID="{D80456CB-A837-4DFD-997C-BC80826D2344}" presName="parTx" presStyleLbl="revTx" presStyleIdx="2" presStyleCnt="3">
        <dgm:presLayoutVars>
          <dgm:chMax val="0"/>
          <dgm:chPref val="0"/>
        </dgm:presLayoutVars>
      </dgm:prSet>
      <dgm:spPr/>
    </dgm:pt>
  </dgm:ptLst>
  <dgm:cxnLst>
    <dgm:cxn modelId="{76BAC511-681D-4B29-B479-1E9360CADA60}" srcId="{0584ADC4-2233-467C-ACA2-46C9C6F811FF}" destId="{DAC3B26B-6588-4FC8-B0A1-29B66BF6F431}" srcOrd="1" destOrd="0" parTransId="{86DF2834-8AAC-40CA-BD25-E07EADEA97AB}" sibTransId="{8F501D97-6CAF-4166-BBC6-434C9BBA8574}"/>
    <dgm:cxn modelId="{9E40DE28-1705-4C7E-9241-0E9415BE39FF}" srcId="{0584ADC4-2233-467C-ACA2-46C9C6F811FF}" destId="{9F3427C3-35A5-440B-A17D-E8DF683CEE79}" srcOrd="0" destOrd="0" parTransId="{81DEC5AB-1D1C-4326-9B16-81380A5A5E13}" sibTransId="{55E76BA1-8066-4830-8138-F85690C5AA45}"/>
    <dgm:cxn modelId="{F8DD5C3D-756C-4BA1-A91A-05A38704D114}" type="presOf" srcId="{0584ADC4-2233-467C-ACA2-46C9C6F811FF}" destId="{A6C657B0-81BA-436B-915A-7AD7FCD42D85}" srcOrd="0" destOrd="0" presId="urn:microsoft.com/office/officeart/2018/2/layout/IconVerticalSolidList"/>
    <dgm:cxn modelId="{0D34E963-899A-4196-997F-3299072A5DCD}" type="presOf" srcId="{9F3427C3-35A5-440B-A17D-E8DF683CEE79}" destId="{3B8F0598-C642-42B0-ACFD-C9204C649929}" srcOrd="0" destOrd="0" presId="urn:microsoft.com/office/officeart/2018/2/layout/IconVerticalSolidList"/>
    <dgm:cxn modelId="{2DF58A79-9EEB-45C9-BE3C-E3844219B0FE}" type="presOf" srcId="{D80456CB-A837-4DFD-997C-BC80826D2344}" destId="{ADAFA60E-4A57-4605-AC82-429CD20D552C}" srcOrd="0" destOrd="0" presId="urn:microsoft.com/office/officeart/2018/2/layout/IconVerticalSolidList"/>
    <dgm:cxn modelId="{DF2502A1-84EE-416C-96B5-7CAAB3D093A6}" srcId="{0584ADC4-2233-467C-ACA2-46C9C6F811FF}" destId="{D80456CB-A837-4DFD-997C-BC80826D2344}" srcOrd="2" destOrd="0" parTransId="{8562049E-7A43-49C7-8AFF-11EB20A307C3}" sibTransId="{BC83EC73-D2E0-44AF-857C-3EDDD08B1FA3}"/>
    <dgm:cxn modelId="{B9E17BE1-6A3F-4D6A-BF02-C85D2C355890}" type="presOf" srcId="{DAC3B26B-6588-4FC8-B0A1-29B66BF6F431}" destId="{6C7A997E-5A0D-4FF1-BA71-E71471D45DEA}" srcOrd="0" destOrd="0" presId="urn:microsoft.com/office/officeart/2018/2/layout/IconVerticalSolidList"/>
    <dgm:cxn modelId="{29BCDB24-60E1-4792-8C3E-020411132A28}" type="presParOf" srcId="{A6C657B0-81BA-436B-915A-7AD7FCD42D85}" destId="{0D674717-8154-4B9F-B8EC-747E9EAE3EB8}" srcOrd="0" destOrd="0" presId="urn:microsoft.com/office/officeart/2018/2/layout/IconVerticalSolidList"/>
    <dgm:cxn modelId="{B5819728-8040-4DB4-862D-A1EEDF139CFD}" type="presParOf" srcId="{0D674717-8154-4B9F-B8EC-747E9EAE3EB8}" destId="{31FDF2CD-DF22-465F-9ADE-B61F53228849}" srcOrd="0" destOrd="0" presId="urn:microsoft.com/office/officeart/2018/2/layout/IconVerticalSolidList"/>
    <dgm:cxn modelId="{67CF1CAF-AE8F-45C3-9B84-B98E21743212}" type="presParOf" srcId="{0D674717-8154-4B9F-B8EC-747E9EAE3EB8}" destId="{23468D76-80C1-46FE-A5AD-BD08E6FD62FF}" srcOrd="1" destOrd="0" presId="urn:microsoft.com/office/officeart/2018/2/layout/IconVerticalSolidList"/>
    <dgm:cxn modelId="{318E91E4-5542-4499-847C-1A7226C601C7}" type="presParOf" srcId="{0D674717-8154-4B9F-B8EC-747E9EAE3EB8}" destId="{699D9D25-08A5-4EC3-BF75-6F547EFF78B4}" srcOrd="2" destOrd="0" presId="urn:microsoft.com/office/officeart/2018/2/layout/IconVerticalSolidList"/>
    <dgm:cxn modelId="{61C19496-A765-49BD-9E0E-C2608F5D08AE}" type="presParOf" srcId="{0D674717-8154-4B9F-B8EC-747E9EAE3EB8}" destId="{3B8F0598-C642-42B0-ACFD-C9204C649929}" srcOrd="3" destOrd="0" presId="urn:microsoft.com/office/officeart/2018/2/layout/IconVerticalSolidList"/>
    <dgm:cxn modelId="{850131C5-3370-453C-AB62-BBEFEE2D29AB}" type="presParOf" srcId="{A6C657B0-81BA-436B-915A-7AD7FCD42D85}" destId="{FE97AD17-EFB8-4F52-AB5A-EBA08C75C35E}" srcOrd="1" destOrd="0" presId="urn:microsoft.com/office/officeart/2018/2/layout/IconVerticalSolidList"/>
    <dgm:cxn modelId="{F27E0DB2-FF1E-43ED-9458-8AC3921D588A}" type="presParOf" srcId="{A6C657B0-81BA-436B-915A-7AD7FCD42D85}" destId="{9C2F1084-3CB5-4A77-866E-562B2422741C}" srcOrd="2" destOrd="0" presId="urn:microsoft.com/office/officeart/2018/2/layout/IconVerticalSolidList"/>
    <dgm:cxn modelId="{5E2B03C0-2A81-4676-A15C-31E6F2392C21}" type="presParOf" srcId="{9C2F1084-3CB5-4A77-866E-562B2422741C}" destId="{813A02CE-43B7-4AC7-A22F-2F4522CDEBFC}" srcOrd="0" destOrd="0" presId="urn:microsoft.com/office/officeart/2018/2/layout/IconVerticalSolidList"/>
    <dgm:cxn modelId="{78D8BACF-C380-4FB3-A7CE-1E70350F0EC0}" type="presParOf" srcId="{9C2F1084-3CB5-4A77-866E-562B2422741C}" destId="{FFF2D5EE-4AD9-4853-AC9E-E58470E2A473}" srcOrd="1" destOrd="0" presId="urn:microsoft.com/office/officeart/2018/2/layout/IconVerticalSolidList"/>
    <dgm:cxn modelId="{BAC274D8-527A-420B-94C1-3FEF7858F548}" type="presParOf" srcId="{9C2F1084-3CB5-4A77-866E-562B2422741C}" destId="{9394AA75-2652-4123-88A6-0AAF4DE72246}" srcOrd="2" destOrd="0" presId="urn:microsoft.com/office/officeart/2018/2/layout/IconVerticalSolidList"/>
    <dgm:cxn modelId="{0E28A8E8-37E0-4181-B691-8FB915F6EA1F}" type="presParOf" srcId="{9C2F1084-3CB5-4A77-866E-562B2422741C}" destId="{6C7A997E-5A0D-4FF1-BA71-E71471D45DEA}" srcOrd="3" destOrd="0" presId="urn:microsoft.com/office/officeart/2018/2/layout/IconVerticalSolidList"/>
    <dgm:cxn modelId="{6D94ACC2-76E8-4E0E-B858-4AF0AFA75782}" type="presParOf" srcId="{A6C657B0-81BA-436B-915A-7AD7FCD42D85}" destId="{4E500A08-7670-44FC-A352-9842151B18CE}" srcOrd="3" destOrd="0" presId="urn:microsoft.com/office/officeart/2018/2/layout/IconVerticalSolidList"/>
    <dgm:cxn modelId="{A5C7E176-BF17-4AEA-84A4-43C00E925CD0}" type="presParOf" srcId="{A6C657B0-81BA-436B-915A-7AD7FCD42D85}" destId="{56105840-F1F8-4A23-9BFC-AED28F3F8F5A}" srcOrd="4" destOrd="0" presId="urn:microsoft.com/office/officeart/2018/2/layout/IconVerticalSolidList"/>
    <dgm:cxn modelId="{E1FF3261-B4EE-4BBA-8FBB-0C5DC863E3AC}" type="presParOf" srcId="{56105840-F1F8-4A23-9BFC-AED28F3F8F5A}" destId="{321B4AC5-1015-4AD1-AF53-CD3056A95F10}" srcOrd="0" destOrd="0" presId="urn:microsoft.com/office/officeart/2018/2/layout/IconVerticalSolidList"/>
    <dgm:cxn modelId="{23AB0BC0-6A4D-40F5-90B3-49A2AF8F86CF}" type="presParOf" srcId="{56105840-F1F8-4A23-9BFC-AED28F3F8F5A}" destId="{B6EB87B0-3077-47A5-993D-22A179FBE809}" srcOrd="1" destOrd="0" presId="urn:microsoft.com/office/officeart/2018/2/layout/IconVerticalSolidList"/>
    <dgm:cxn modelId="{03FDF431-D09C-4A7C-B971-4508D53855B3}" type="presParOf" srcId="{56105840-F1F8-4A23-9BFC-AED28F3F8F5A}" destId="{817AA708-CF64-45BC-B431-905477BDF6A4}" srcOrd="2" destOrd="0" presId="urn:microsoft.com/office/officeart/2018/2/layout/IconVerticalSolidList"/>
    <dgm:cxn modelId="{4E0D18FD-D27A-4C76-AFC8-D3AFB3BDFEEE}" type="presParOf" srcId="{56105840-F1F8-4A23-9BFC-AED28F3F8F5A}" destId="{ADAFA60E-4A57-4605-AC82-429CD20D552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C1F5F-A686-4CAE-957D-49D62E22FF06}">
      <dsp:nvSpPr>
        <dsp:cNvPr id="0" name=""/>
        <dsp:cNvSpPr/>
      </dsp:nvSpPr>
      <dsp:spPr>
        <a:xfrm>
          <a:off x="0" y="4518"/>
          <a:ext cx="4971603" cy="13411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EDAB10-99C2-49CC-93B1-6B60A740E3AF}">
      <dsp:nvSpPr>
        <dsp:cNvPr id="0" name=""/>
        <dsp:cNvSpPr/>
      </dsp:nvSpPr>
      <dsp:spPr>
        <a:xfrm>
          <a:off x="405711" y="306287"/>
          <a:ext cx="738378" cy="7376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B9C9A41-E5F6-492A-951E-9243E2E966FB}">
      <dsp:nvSpPr>
        <dsp:cNvPr id="0" name=""/>
        <dsp:cNvSpPr/>
      </dsp:nvSpPr>
      <dsp:spPr>
        <a:xfrm>
          <a:off x="1549801" y="4518"/>
          <a:ext cx="3312079" cy="1426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953" tIns="150953" rIns="150953" bIns="150953" numCol="1" spcCol="1270" anchor="ctr" anchorCtr="0">
          <a:noAutofit/>
        </a:bodyPr>
        <a:lstStyle/>
        <a:p>
          <a:pPr marL="0" lvl="0" indent="0" algn="l" defTabSz="622300">
            <a:lnSpc>
              <a:spcPct val="90000"/>
            </a:lnSpc>
            <a:spcBef>
              <a:spcPct val="0"/>
            </a:spcBef>
            <a:spcAft>
              <a:spcPct val="35000"/>
            </a:spcAft>
            <a:buNone/>
          </a:pPr>
          <a:r>
            <a:rPr lang="en-IN" sz="1400" kern="1200"/>
            <a:t>Group 1 </a:t>
          </a:r>
          <a:endParaRPr lang="en-US" sz="1400" kern="1200"/>
        </a:p>
      </dsp:txBody>
      <dsp:txXfrm>
        <a:off x="1549801" y="4518"/>
        <a:ext cx="3312079" cy="1426329"/>
      </dsp:txXfrm>
    </dsp:sp>
    <dsp:sp modelId="{DAE1FAD3-F1A9-4D58-9625-1892BBDB233C}">
      <dsp:nvSpPr>
        <dsp:cNvPr id="0" name=""/>
        <dsp:cNvSpPr/>
      </dsp:nvSpPr>
      <dsp:spPr>
        <a:xfrm>
          <a:off x="0" y="1776625"/>
          <a:ext cx="4971603" cy="13411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FD0CBC-AE73-40FB-9703-5F9CDA3EE7CE}">
      <dsp:nvSpPr>
        <dsp:cNvPr id="0" name=""/>
        <dsp:cNvSpPr/>
      </dsp:nvSpPr>
      <dsp:spPr>
        <a:xfrm>
          <a:off x="405711" y="2078394"/>
          <a:ext cx="738378" cy="7376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20E3884-B25B-48A4-A0EF-BC7CCB27F19B}">
      <dsp:nvSpPr>
        <dsp:cNvPr id="0" name=""/>
        <dsp:cNvSpPr/>
      </dsp:nvSpPr>
      <dsp:spPr>
        <a:xfrm>
          <a:off x="1549801" y="1776625"/>
          <a:ext cx="3312079" cy="1426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953" tIns="150953" rIns="150953" bIns="150953" numCol="1" spcCol="1270" anchor="ctr" anchorCtr="0">
          <a:noAutofit/>
        </a:bodyPr>
        <a:lstStyle/>
        <a:p>
          <a:pPr marL="0" lvl="0" indent="0" algn="l" defTabSz="622300">
            <a:lnSpc>
              <a:spcPct val="90000"/>
            </a:lnSpc>
            <a:spcBef>
              <a:spcPct val="0"/>
            </a:spcBef>
            <a:spcAft>
              <a:spcPct val="35000"/>
            </a:spcAft>
            <a:buNone/>
          </a:pPr>
          <a:r>
            <a:rPr lang="en-US" sz="1400" kern="1200"/>
            <a:t> </a:t>
          </a:r>
          <a:r>
            <a:rPr lang="en-IN" sz="1400" kern="1200"/>
            <a:t>Auto </a:t>
          </a:r>
          <a:r>
            <a:rPr lang="en-IN" sz="1400" kern="1200" err="1"/>
            <a:t>GuardianAI</a:t>
          </a:r>
          <a:r>
            <a:rPr lang="en-IN" sz="1400" kern="1200"/>
            <a:t> (</a:t>
          </a:r>
          <a:r>
            <a:rPr lang="en-US" sz="1400" kern="1200">
              <a:hlinkClick xmlns:r="http://schemas.openxmlformats.org/officeDocument/2006/relationships" r:id="rId5"/>
            </a:rPr>
            <a:t>https://mizou.com/login-thread?ID=MSofEjnBfbCRblBJYsJwYFgP6g_uigISQ5e9haKtjx8-119576</a:t>
          </a:r>
          <a:r>
            <a:rPr lang="en-IN" sz="1400" kern="1200"/>
            <a:t>)</a:t>
          </a:r>
          <a:endParaRPr lang="en-US" sz="1400" kern="1200"/>
        </a:p>
      </dsp:txBody>
      <dsp:txXfrm>
        <a:off x="1549801" y="1776625"/>
        <a:ext cx="3312079" cy="1426329"/>
      </dsp:txXfrm>
    </dsp:sp>
    <dsp:sp modelId="{7396C0D5-4C7B-486A-A0F4-045E011D11CB}">
      <dsp:nvSpPr>
        <dsp:cNvPr id="0" name=""/>
        <dsp:cNvSpPr/>
      </dsp:nvSpPr>
      <dsp:spPr>
        <a:xfrm>
          <a:off x="0" y="3548732"/>
          <a:ext cx="4971603" cy="134119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8248D6-B420-47DB-AF63-D4D2D9CF163A}">
      <dsp:nvSpPr>
        <dsp:cNvPr id="0" name=""/>
        <dsp:cNvSpPr/>
      </dsp:nvSpPr>
      <dsp:spPr>
        <a:xfrm>
          <a:off x="405711" y="3850501"/>
          <a:ext cx="738378" cy="737657"/>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C2FFD5E-C8BA-4E99-A5D7-A02B626BE011}">
      <dsp:nvSpPr>
        <dsp:cNvPr id="0" name=""/>
        <dsp:cNvSpPr/>
      </dsp:nvSpPr>
      <dsp:spPr>
        <a:xfrm>
          <a:off x="1549801" y="3548732"/>
          <a:ext cx="3312079" cy="14263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953" tIns="150953" rIns="150953" bIns="150953" numCol="1" spcCol="1270" anchor="ctr" anchorCtr="0">
          <a:noAutofit/>
        </a:bodyPr>
        <a:lstStyle/>
        <a:p>
          <a:pPr marL="0" lvl="0" indent="0" algn="l" defTabSz="622300">
            <a:lnSpc>
              <a:spcPct val="90000"/>
            </a:lnSpc>
            <a:spcBef>
              <a:spcPct val="0"/>
            </a:spcBef>
            <a:spcAft>
              <a:spcPct val="35000"/>
            </a:spcAft>
            <a:buNone/>
          </a:pPr>
          <a:r>
            <a:rPr lang="en-US" sz="1400" kern="1200"/>
            <a:t>From 'Check Engine Panic' to Informed Decisions</a:t>
          </a:r>
        </a:p>
      </dsp:txBody>
      <dsp:txXfrm>
        <a:off x="1549801" y="3548732"/>
        <a:ext cx="3312079" cy="14263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5A206-3D68-4AB6-B57C-4F8F331E2BA0}">
      <dsp:nvSpPr>
        <dsp:cNvPr id="0" name=""/>
        <dsp:cNvSpPr/>
      </dsp:nvSpPr>
      <dsp:spPr>
        <a:xfrm>
          <a:off x="0" y="607"/>
          <a:ext cx="4971603" cy="14223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3F68B5-225B-4E58-8008-74B29A647A57}">
      <dsp:nvSpPr>
        <dsp:cNvPr id="0" name=""/>
        <dsp:cNvSpPr/>
      </dsp:nvSpPr>
      <dsp:spPr>
        <a:xfrm>
          <a:off x="430272" y="320645"/>
          <a:ext cx="782314" cy="7823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FA63E13-A7E3-4DB9-8D84-EE79AF4592F0}">
      <dsp:nvSpPr>
        <dsp:cNvPr id="0" name=""/>
        <dsp:cNvSpPr/>
      </dsp:nvSpPr>
      <dsp:spPr>
        <a:xfrm>
          <a:off x="1642860" y="607"/>
          <a:ext cx="3328742" cy="1422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36" tIns="150536" rIns="150536" bIns="150536" numCol="1" spcCol="1270" anchor="ctr" anchorCtr="0">
          <a:noAutofit/>
        </a:bodyPr>
        <a:lstStyle/>
        <a:p>
          <a:pPr marL="0" lvl="0" indent="0" algn="l" defTabSz="1111250">
            <a:lnSpc>
              <a:spcPct val="90000"/>
            </a:lnSpc>
            <a:spcBef>
              <a:spcPct val="0"/>
            </a:spcBef>
            <a:spcAft>
              <a:spcPct val="35000"/>
            </a:spcAft>
            <a:buNone/>
          </a:pPr>
          <a:r>
            <a:rPr lang="en-US" sz="2500" kern="1200"/>
            <a:t>Everyday Driver – wants to know if it’s safe to get home</a:t>
          </a:r>
        </a:p>
      </dsp:txBody>
      <dsp:txXfrm>
        <a:off x="1642860" y="607"/>
        <a:ext cx="3328742" cy="1422390"/>
      </dsp:txXfrm>
    </dsp:sp>
    <dsp:sp modelId="{1FC1680F-41F1-4527-86CA-91D2DBF2E2C8}">
      <dsp:nvSpPr>
        <dsp:cNvPr id="0" name=""/>
        <dsp:cNvSpPr/>
      </dsp:nvSpPr>
      <dsp:spPr>
        <a:xfrm>
          <a:off x="0" y="1778595"/>
          <a:ext cx="4971603" cy="14223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75C999-0CC2-48AA-98F8-4429828EFE01}">
      <dsp:nvSpPr>
        <dsp:cNvPr id="0" name=""/>
        <dsp:cNvSpPr/>
      </dsp:nvSpPr>
      <dsp:spPr>
        <a:xfrm>
          <a:off x="430272" y="2098633"/>
          <a:ext cx="782314" cy="7823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ED2661-359D-439B-90B0-BB01565F5A8C}">
      <dsp:nvSpPr>
        <dsp:cNvPr id="0" name=""/>
        <dsp:cNvSpPr/>
      </dsp:nvSpPr>
      <dsp:spPr>
        <a:xfrm>
          <a:off x="1642860" y="1778595"/>
          <a:ext cx="3328742" cy="1422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36" tIns="150536" rIns="150536" bIns="150536" numCol="1" spcCol="1270" anchor="ctr" anchorCtr="0">
          <a:noAutofit/>
        </a:bodyPr>
        <a:lstStyle/>
        <a:p>
          <a:pPr marL="0" lvl="0" indent="0" algn="l" defTabSz="1111250">
            <a:lnSpc>
              <a:spcPct val="90000"/>
            </a:lnSpc>
            <a:spcBef>
              <a:spcPct val="0"/>
            </a:spcBef>
            <a:spcAft>
              <a:spcPct val="35000"/>
            </a:spcAft>
            <a:buNone/>
          </a:pPr>
          <a:r>
            <a:rPr lang="en-US" sz="2500" kern="1200"/>
            <a:t>DIYer – has a scanner but codes are confusing</a:t>
          </a:r>
        </a:p>
      </dsp:txBody>
      <dsp:txXfrm>
        <a:off x="1642860" y="1778595"/>
        <a:ext cx="3328742" cy="1422390"/>
      </dsp:txXfrm>
    </dsp:sp>
    <dsp:sp modelId="{AA0EC02A-8E5F-478C-B151-CC09BF41B4B7}">
      <dsp:nvSpPr>
        <dsp:cNvPr id="0" name=""/>
        <dsp:cNvSpPr/>
      </dsp:nvSpPr>
      <dsp:spPr>
        <a:xfrm>
          <a:off x="0" y="3556583"/>
          <a:ext cx="4971603" cy="14223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B850EA-D4B5-473A-BDCC-BAD20FC3E052}">
      <dsp:nvSpPr>
        <dsp:cNvPr id="0" name=""/>
        <dsp:cNvSpPr/>
      </dsp:nvSpPr>
      <dsp:spPr>
        <a:xfrm>
          <a:off x="430272" y="3876620"/>
          <a:ext cx="782314" cy="7823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69A933F-4733-4B34-841B-4BE52584CDB3}">
      <dsp:nvSpPr>
        <dsp:cNvPr id="0" name=""/>
        <dsp:cNvSpPr/>
      </dsp:nvSpPr>
      <dsp:spPr>
        <a:xfrm>
          <a:off x="1642860" y="3556583"/>
          <a:ext cx="3328742" cy="1422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536" tIns="150536" rIns="150536" bIns="150536" numCol="1" spcCol="1270" anchor="ctr" anchorCtr="0">
          <a:noAutofit/>
        </a:bodyPr>
        <a:lstStyle/>
        <a:p>
          <a:pPr marL="0" lvl="0" indent="0" algn="l" defTabSz="1111250">
            <a:lnSpc>
              <a:spcPct val="90000"/>
            </a:lnSpc>
            <a:spcBef>
              <a:spcPct val="0"/>
            </a:spcBef>
            <a:spcAft>
              <a:spcPct val="35000"/>
            </a:spcAft>
            <a:buNone/>
          </a:pPr>
          <a:r>
            <a:rPr lang="en-US" sz="2500" kern="1200"/>
            <a:t>Small Shops – need quick triage to keep business moving</a:t>
          </a:r>
        </a:p>
      </dsp:txBody>
      <dsp:txXfrm>
        <a:off x="1642860" y="3556583"/>
        <a:ext cx="3328742" cy="14223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FDC6C-83A0-4831-AD77-E70383B93DC6}">
      <dsp:nvSpPr>
        <dsp:cNvPr id="0" name=""/>
        <dsp:cNvSpPr/>
      </dsp:nvSpPr>
      <dsp:spPr>
        <a:xfrm>
          <a:off x="0" y="2066"/>
          <a:ext cx="4971603"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09E7F7-F251-411A-A30C-3B6C262D49BC}">
      <dsp:nvSpPr>
        <dsp:cNvPr id="0" name=""/>
        <dsp:cNvSpPr/>
      </dsp:nvSpPr>
      <dsp:spPr>
        <a:xfrm>
          <a:off x="316857" y="237745"/>
          <a:ext cx="576104" cy="576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9474CC4-19B7-4F4A-A97B-A71B870A9BFC}">
      <dsp:nvSpPr>
        <dsp:cNvPr id="0" name=""/>
        <dsp:cNvSpPr/>
      </dsp:nvSpPr>
      <dsp:spPr>
        <a:xfrm>
          <a:off x="1209819" y="2066"/>
          <a:ext cx="3761783"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933450">
            <a:lnSpc>
              <a:spcPct val="90000"/>
            </a:lnSpc>
            <a:spcBef>
              <a:spcPct val="0"/>
            </a:spcBef>
            <a:spcAft>
              <a:spcPct val="35000"/>
            </a:spcAft>
            <a:buNone/>
          </a:pPr>
          <a:r>
            <a:rPr lang="en-US" sz="2100" kern="1200"/>
            <a:t>Raw scan data is difficult for users to act on</a:t>
          </a:r>
        </a:p>
      </dsp:txBody>
      <dsp:txXfrm>
        <a:off x="1209819" y="2066"/>
        <a:ext cx="3761783" cy="1047462"/>
      </dsp:txXfrm>
    </dsp:sp>
    <dsp:sp modelId="{5C8B745A-88D1-4F25-A96D-1DF465B35D96}">
      <dsp:nvSpPr>
        <dsp:cNvPr id="0" name=""/>
        <dsp:cNvSpPr/>
      </dsp:nvSpPr>
      <dsp:spPr>
        <a:xfrm>
          <a:off x="0" y="1311395"/>
          <a:ext cx="4971603"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8D687F-ADC6-4703-97D0-B56155F9AB81}">
      <dsp:nvSpPr>
        <dsp:cNvPr id="0" name=""/>
        <dsp:cNvSpPr/>
      </dsp:nvSpPr>
      <dsp:spPr>
        <a:xfrm>
          <a:off x="316857" y="1547074"/>
          <a:ext cx="576104" cy="576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DA3402-5BFF-48AF-B4E1-0F6CE309390C}">
      <dsp:nvSpPr>
        <dsp:cNvPr id="0" name=""/>
        <dsp:cNvSpPr/>
      </dsp:nvSpPr>
      <dsp:spPr>
        <a:xfrm>
          <a:off x="1209819" y="1311395"/>
          <a:ext cx="3761783"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933450">
            <a:lnSpc>
              <a:spcPct val="90000"/>
            </a:lnSpc>
            <a:spcBef>
              <a:spcPct val="0"/>
            </a:spcBef>
            <a:spcAft>
              <a:spcPct val="35000"/>
            </a:spcAft>
            <a:buNone/>
          </a:pPr>
          <a:r>
            <a:rPr lang="en-US" sz="2100" kern="1200"/>
            <a:t>Drivers may misdiagnose problems</a:t>
          </a:r>
        </a:p>
      </dsp:txBody>
      <dsp:txXfrm>
        <a:off x="1209819" y="1311395"/>
        <a:ext cx="3761783" cy="1047462"/>
      </dsp:txXfrm>
    </dsp:sp>
    <dsp:sp modelId="{58152265-FF5F-48C7-B04A-934C644D2662}">
      <dsp:nvSpPr>
        <dsp:cNvPr id="0" name=""/>
        <dsp:cNvSpPr/>
      </dsp:nvSpPr>
      <dsp:spPr>
        <a:xfrm>
          <a:off x="0" y="2620723"/>
          <a:ext cx="4971603"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BF09EC-BD04-4AF9-89D9-24BA2F23752E}">
      <dsp:nvSpPr>
        <dsp:cNvPr id="0" name=""/>
        <dsp:cNvSpPr/>
      </dsp:nvSpPr>
      <dsp:spPr>
        <a:xfrm>
          <a:off x="316857" y="2856402"/>
          <a:ext cx="576104" cy="576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13E8C85-FEA1-4731-9D82-E1DA951B0355}">
      <dsp:nvSpPr>
        <dsp:cNvPr id="0" name=""/>
        <dsp:cNvSpPr/>
      </dsp:nvSpPr>
      <dsp:spPr>
        <a:xfrm>
          <a:off x="1209819" y="2620723"/>
          <a:ext cx="3761783"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933450">
            <a:lnSpc>
              <a:spcPct val="90000"/>
            </a:lnSpc>
            <a:spcBef>
              <a:spcPct val="0"/>
            </a:spcBef>
            <a:spcAft>
              <a:spcPct val="35000"/>
            </a:spcAft>
            <a:buNone/>
          </a:pPr>
          <a:r>
            <a:rPr lang="en-US" sz="2100" kern="1200"/>
            <a:t>Repairs may become unnecessarily expensive</a:t>
          </a:r>
        </a:p>
      </dsp:txBody>
      <dsp:txXfrm>
        <a:off x="1209819" y="2620723"/>
        <a:ext cx="3761783" cy="1047462"/>
      </dsp:txXfrm>
    </dsp:sp>
    <dsp:sp modelId="{1F30EAF8-7819-49FE-9946-72303642ED57}">
      <dsp:nvSpPr>
        <dsp:cNvPr id="0" name=""/>
        <dsp:cNvSpPr/>
      </dsp:nvSpPr>
      <dsp:spPr>
        <a:xfrm>
          <a:off x="0" y="3930051"/>
          <a:ext cx="4971603" cy="10474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2C3F66-2B5E-4161-AD72-E94B0C3DA6CC}">
      <dsp:nvSpPr>
        <dsp:cNvPr id="0" name=""/>
        <dsp:cNvSpPr/>
      </dsp:nvSpPr>
      <dsp:spPr>
        <a:xfrm>
          <a:off x="316857" y="4165730"/>
          <a:ext cx="576104" cy="5761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4D09215-7E1A-4F48-B763-B925804EAEAF}">
      <dsp:nvSpPr>
        <dsp:cNvPr id="0" name=""/>
        <dsp:cNvSpPr/>
      </dsp:nvSpPr>
      <dsp:spPr>
        <a:xfrm>
          <a:off x="1209819" y="3930051"/>
          <a:ext cx="3761783" cy="1047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856" tIns="110856" rIns="110856" bIns="110856" numCol="1" spcCol="1270" anchor="ctr" anchorCtr="0">
          <a:noAutofit/>
        </a:bodyPr>
        <a:lstStyle/>
        <a:p>
          <a:pPr marL="0" lvl="0" indent="0" algn="l" defTabSz="933450">
            <a:lnSpc>
              <a:spcPct val="90000"/>
            </a:lnSpc>
            <a:spcBef>
              <a:spcPct val="0"/>
            </a:spcBef>
            <a:spcAft>
              <a:spcPct val="35000"/>
            </a:spcAft>
            <a:buNone/>
          </a:pPr>
          <a:r>
            <a:rPr lang="en-US" sz="2100" kern="1200"/>
            <a:t>Solution: Map vehicle data to ranked causes and risk levels</a:t>
          </a:r>
        </a:p>
      </dsp:txBody>
      <dsp:txXfrm>
        <a:off x="1209819" y="3930051"/>
        <a:ext cx="3761783" cy="10474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FDF2CD-DF22-465F-9ADE-B61F53228849}">
      <dsp:nvSpPr>
        <dsp:cNvPr id="0" name=""/>
        <dsp:cNvSpPr/>
      </dsp:nvSpPr>
      <dsp:spPr>
        <a:xfrm>
          <a:off x="0" y="499"/>
          <a:ext cx="7213600" cy="1169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68D76-80C1-46FE-A5AD-BD08E6FD62FF}">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B8F0598-C642-42B0-ACFD-C9204C649929}">
      <dsp:nvSpPr>
        <dsp:cNvPr id="0" name=""/>
        <dsp:cNvSpPr/>
      </dsp:nvSpPr>
      <dsp:spPr>
        <a:xfrm>
          <a:off x="1350519" y="499"/>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100000"/>
            </a:lnSpc>
            <a:spcBef>
              <a:spcPct val="0"/>
            </a:spcBef>
            <a:spcAft>
              <a:spcPct val="35000"/>
            </a:spcAft>
            <a:buNone/>
          </a:pPr>
          <a:r>
            <a:rPr lang="en-US" sz="2500" kern="1200"/>
            <a:t>Data Layer – Vehicle-specific failure data</a:t>
          </a:r>
        </a:p>
      </dsp:txBody>
      <dsp:txXfrm>
        <a:off x="1350519" y="499"/>
        <a:ext cx="5863080" cy="1169280"/>
      </dsp:txXfrm>
    </dsp:sp>
    <dsp:sp modelId="{813A02CE-43B7-4AC7-A22F-2F4522CDEBFC}">
      <dsp:nvSpPr>
        <dsp:cNvPr id="0" name=""/>
        <dsp:cNvSpPr/>
      </dsp:nvSpPr>
      <dsp:spPr>
        <a:xfrm>
          <a:off x="0" y="1462100"/>
          <a:ext cx="7213600" cy="1169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F2D5EE-4AD9-4853-AC9E-E58470E2A473}">
      <dsp:nvSpPr>
        <dsp:cNvPr id="0" name=""/>
        <dsp:cNvSpPr/>
      </dsp:nvSpPr>
      <dsp:spPr>
        <a:xfrm>
          <a:off x="353707" y="1725188"/>
          <a:ext cx="643104" cy="6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C7A997E-5A0D-4FF1-BA71-E71471D45DEA}">
      <dsp:nvSpPr>
        <dsp:cNvPr id="0" name=""/>
        <dsp:cNvSpPr/>
      </dsp:nvSpPr>
      <dsp:spPr>
        <a:xfrm>
          <a:off x="1350519" y="1462100"/>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100000"/>
            </a:lnSpc>
            <a:spcBef>
              <a:spcPct val="0"/>
            </a:spcBef>
            <a:spcAft>
              <a:spcPct val="35000"/>
            </a:spcAft>
            <a:buNone/>
          </a:pPr>
          <a:r>
            <a:rPr lang="en-US" sz="2500" kern="1200"/>
            <a:t>AI Layer – Probability-based fix prediction</a:t>
          </a:r>
        </a:p>
      </dsp:txBody>
      <dsp:txXfrm>
        <a:off x="1350519" y="1462100"/>
        <a:ext cx="5863080" cy="1169280"/>
      </dsp:txXfrm>
    </dsp:sp>
    <dsp:sp modelId="{321B4AC5-1015-4AD1-AF53-CD3056A95F10}">
      <dsp:nvSpPr>
        <dsp:cNvPr id="0" name=""/>
        <dsp:cNvSpPr/>
      </dsp:nvSpPr>
      <dsp:spPr>
        <a:xfrm>
          <a:off x="0" y="2923701"/>
          <a:ext cx="7213600" cy="1169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EB87B0-3077-47A5-993D-22A179FBE809}">
      <dsp:nvSpPr>
        <dsp:cNvPr id="0" name=""/>
        <dsp:cNvSpPr/>
      </dsp:nvSpPr>
      <dsp:spPr>
        <a:xfrm>
          <a:off x="353707" y="3186789"/>
          <a:ext cx="643104" cy="6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AFA60E-4A57-4605-AC82-429CD20D552C}">
      <dsp:nvSpPr>
        <dsp:cNvPr id="0" name=""/>
        <dsp:cNvSpPr/>
      </dsp:nvSpPr>
      <dsp:spPr>
        <a:xfrm>
          <a:off x="1350519" y="2923701"/>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100000"/>
            </a:lnSpc>
            <a:spcBef>
              <a:spcPct val="0"/>
            </a:spcBef>
            <a:spcAft>
              <a:spcPct val="35000"/>
            </a:spcAft>
            <a:buNone/>
          </a:pPr>
          <a:r>
            <a:rPr lang="en-US" sz="2500" kern="1200"/>
            <a:t>User Layer – Converts technical data into plain language</a:t>
          </a:r>
        </a:p>
      </dsp:txBody>
      <dsp:txXfrm>
        <a:off x="1350519" y="2923701"/>
        <a:ext cx="5863080" cy="116928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961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Our team is excited to present the </a:t>
            </a:r>
            <a:r>
              <a:rPr lang="en-IN"/>
              <a:t>Auto Guardian AI</a:t>
            </a:r>
            <a:r>
              <a:t>. We’ve all been there: you’re driving, and suddenly that 'Check Engine' light pops up. Your heart sinks, and you immediately think about the unknown cost and stress. Our mission is to move drivers from that moment of 'Check Engine Panic' to informed, safe decisions in just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Following the Empathy phase of Design Thinking, we identified three key users. First, the Everyday Driver who just wants to know if they can safely get home. Second, the DIYer who has a basic scanner but finds codes like P0301 cryptic. And third, Small Shops that need to triage cars quickly to keep their business moving.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defined our problem clearly: Raw scan data is useless if the user can't act on it. Drivers often misdiagnose issues or overpay because they lack a prioritized repair plan. Our bot solves this by mapping vehicle details to a ranked list of causes and risk levels.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the Ideation phase, we realized the bot needs three layers. A Data Layer containing vehicle-specific failures for brands like Honda, GM, and BMW. An AI Layer to calculate the probability of a fix, and a User Layer to turn that tech-speak into plain English instructions.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prototype is grounded in real data. We’ve integrated universal OBD-II protocols and brand-specific mappings. This ensures that if a Tata owner sees a warning light, the advice is different and more relevant than the advice given to a BMW owner.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our Prototype, we used a no-code chatbot builder. You start by selecting your car—let's say a 2009 Toyota Corolla. You input your code, and the bot immediately checks its knowledge base. It doesn't just say 'Misfire'; it tells you to swap the ignition coil to test if the part is actually bad before buying a replacement.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prioritized eight high-impact scenarios including overheating, battery failures, and safety checks. Our bot recognizes that a red light means 'Stop Now,' while a yellow light means 'Service Soon'. This immediate triage is extremely valuable for a stressed driver.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Safety is our top priority. Our bot follows Responsible AI principles. It never gives DIY advice for critical systems such as brakes or steering. Instead, it can use the user's ZIP code to locate a nearby certified garage.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the testing phase, we ran multi-chat tests. We observed that users felt significantly more confident when the AI explained why it recommended a specific test. This transparency is essential for building user trust.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the A</a:t>
            </a:r>
            <a:r>
              <a:rPr lang="en-IN" err="1"/>
              <a:t>uto</a:t>
            </a:r>
            <a:r>
              <a:rPr lang="en-IN"/>
              <a:t> Guardian AI </a:t>
            </a:r>
            <a:r>
              <a:t>is not just about reading error codes—it’s about empowering drivers. Using Design Thinking, we created a tool that saves money, time, and potentially lives. Our next step is expanding the database and integrating live Bluetooth vehicle scanning. Thank you for your time.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4182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9649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4747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9153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076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3918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1637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4350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9625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6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7749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5619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38350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2273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79219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5970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3/14/26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156601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ngroup.com/articles/design-thinking/" TargetMode="External"/><Relationship Id="rId7" Type="http://schemas.openxmlformats.org/officeDocument/2006/relationships/hyperlink" Target="https://www.ema.co/additional-blogs/transforming-workflows-with-generative-ai-solutions" TargetMode="External"/><Relationship Id="rId2" Type="http://schemas.openxmlformats.org/officeDocument/2006/relationships/hyperlink" Target="https://www.interaction-design.org/literature/article/5-stages-in-the-design-thinking-process" TargetMode="External"/><Relationship Id="rId1" Type="http://schemas.openxmlformats.org/officeDocument/2006/relationships/slideLayout" Target="../slideLayouts/slideLayout7.xml"/><Relationship Id="rId6" Type="http://schemas.openxmlformats.org/officeDocument/2006/relationships/hyperlink" Target="https://obdai.app/5-amazing-ways-obdais-ai-assistant-transforms-your-diagnostics/" TargetMode="External"/><Relationship Id="rId5" Type="http://schemas.openxmlformats.org/officeDocument/2006/relationships/hyperlink" Target="https://voltagecontrol.com/blog/5-steps-of-the-design-thinking-process/" TargetMode="External"/><Relationship Id="rId4" Type="http://schemas.openxmlformats.org/officeDocument/2006/relationships/hyperlink" Target="https://www.ideou.com/blogs/inspiration/design-thinking-proces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0326-3B0B-70E0-F334-C85A4775280A}"/>
              </a:ext>
            </a:extLst>
          </p:cNvPr>
          <p:cNvSpPr>
            <a:spLocks noGrp="1"/>
          </p:cNvSpPr>
          <p:nvPr>
            <p:ph type="title"/>
          </p:nvPr>
        </p:nvSpPr>
        <p:spPr>
          <a:xfrm>
            <a:off x="400279" y="609600"/>
            <a:ext cx="6347714" cy="1104441"/>
          </a:xfrm>
        </p:spPr>
        <p:txBody>
          <a:bodyPr/>
          <a:lstStyle/>
          <a:p>
            <a:r>
              <a:rPr lang="en-IN" b="1"/>
              <a:t>Assignment 1.4 AI Lab: </a:t>
            </a:r>
            <a:br>
              <a:rPr lang="en-IN" b="1"/>
            </a:br>
            <a:r>
              <a:rPr lang="en-IN" b="1"/>
              <a:t>A</a:t>
            </a:r>
            <a:r>
              <a:rPr lang="en-IN"/>
              <a:t>uto Guardian AI – The Auto Problem Fix</a:t>
            </a:r>
            <a:endParaRPr lang="en-US"/>
          </a:p>
        </p:txBody>
      </p:sp>
      <p:sp>
        <p:nvSpPr>
          <p:cNvPr id="3" name="Picture Placeholder 2">
            <a:extLst>
              <a:ext uri="{FF2B5EF4-FFF2-40B4-BE49-F238E27FC236}">
                <a16:creationId xmlns:a16="http://schemas.microsoft.com/office/drawing/2014/main" id="{7A875829-B348-E06C-E824-C4B7AA42F31B}"/>
              </a:ext>
            </a:extLst>
          </p:cNvPr>
          <p:cNvSpPr>
            <a:spLocks noGrp="1"/>
          </p:cNvSpPr>
          <p:nvPr>
            <p:ph type="pic" idx="1"/>
          </p:nvPr>
        </p:nvSpPr>
        <p:spPr>
          <a:xfrm>
            <a:off x="510448" y="1920607"/>
            <a:ext cx="6347714" cy="4524260"/>
          </a:xfrm>
        </p:spPr>
        <p:txBody>
          <a:bodyPr>
            <a:normAutofit/>
          </a:bodyPr>
          <a:lstStyle/>
          <a:p>
            <a:pPr algn="l"/>
            <a:r>
              <a:rPr lang="en-IN" sz="1200" dirty="0"/>
              <a:t>Group 1 : </a:t>
            </a:r>
          </a:p>
          <a:p>
            <a:pPr marL="285750" indent="-285750" algn="l">
              <a:buFont typeface="Arial" panose="020B0604020202020204" pitchFamily="34" charset="0"/>
              <a:buChar char="•"/>
            </a:pPr>
            <a:r>
              <a:rPr lang="en-IN" sz="1200" dirty="0"/>
              <a:t>Upendher </a:t>
            </a:r>
            <a:r>
              <a:rPr lang="en-IN" sz="1200" dirty="0" err="1"/>
              <a:t>Aellala</a:t>
            </a:r>
            <a:endParaRPr lang="en-IN" sz="1200" dirty="0"/>
          </a:p>
          <a:p>
            <a:pPr marL="285750" indent="-285750" algn="l">
              <a:buFont typeface="Arial" panose="020B0604020202020204" pitchFamily="34" charset="0"/>
              <a:buChar char="•"/>
            </a:pPr>
            <a:r>
              <a:rPr lang="en-IN" sz="1200" dirty="0"/>
              <a:t>Soujanya </a:t>
            </a:r>
            <a:r>
              <a:rPr lang="en-IN" sz="1200" dirty="0" err="1"/>
              <a:t>Adavi</a:t>
            </a:r>
            <a:endParaRPr lang="en-IN" sz="1200" dirty="0"/>
          </a:p>
          <a:p>
            <a:pPr marL="285750" indent="-285750" algn="l">
              <a:buFont typeface="Arial" panose="020B0604020202020204" pitchFamily="34" charset="0"/>
              <a:buChar char="•"/>
            </a:pPr>
            <a:r>
              <a:rPr lang="en-IN" sz="1200" dirty="0"/>
              <a:t>Ashish </a:t>
            </a:r>
            <a:r>
              <a:rPr lang="en-IN" sz="1200" dirty="0" err="1"/>
              <a:t>Srivaram</a:t>
            </a:r>
            <a:endParaRPr lang="en-IN" sz="1200" dirty="0"/>
          </a:p>
          <a:p>
            <a:pPr marL="285750" indent="-285750" algn="l">
              <a:buFont typeface="Arial" panose="020B0604020202020204" pitchFamily="34" charset="0"/>
              <a:buChar char="•"/>
            </a:pPr>
            <a:r>
              <a:rPr lang="en-IN" sz="1200"/>
              <a:t>Imaobong Nkitma</a:t>
            </a:r>
            <a:endParaRPr lang="en-IN" sz="1200" dirty="0"/>
          </a:p>
          <a:p>
            <a:pPr marL="285750" indent="-285750" algn="l">
              <a:buFont typeface="Arial" panose="020B0604020202020204" pitchFamily="34" charset="0"/>
              <a:buChar char="•"/>
            </a:pPr>
            <a:r>
              <a:rPr lang="en-IN" sz="1200" dirty="0"/>
              <a:t>Manish </a:t>
            </a:r>
            <a:r>
              <a:rPr lang="en-IN" sz="1200" dirty="0" err="1"/>
              <a:t>Yegurla</a:t>
            </a:r>
            <a:endParaRPr lang="en-IN" sz="1200" dirty="0"/>
          </a:p>
          <a:p>
            <a:pPr marL="285750" indent="-285750" algn="l">
              <a:buFont typeface="Arial" panose="020B0604020202020204" pitchFamily="34" charset="0"/>
              <a:buChar char="•"/>
            </a:pPr>
            <a:r>
              <a:rPr lang="en-IN" sz="1200" dirty="0"/>
              <a:t>Sri Charan </a:t>
            </a:r>
            <a:r>
              <a:rPr lang="en-IN" sz="1200" dirty="0" err="1"/>
              <a:t>Ponnam</a:t>
            </a:r>
            <a:endParaRPr lang="en-IN" sz="1200" dirty="0"/>
          </a:p>
          <a:p>
            <a:pPr marL="285750" indent="-285750" algn="l">
              <a:buFont typeface="Arial" panose="020B0604020202020204" pitchFamily="34" charset="0"/>
              <a:buChar char="•"/>
            </a:pPr>
            <a:r>
              <a:rPr lang="en-IN" sz="1200" dirty="0" err="1"/>
              <a:t>Dhathri</a:t>
            </a:r>
            <a:r>
              <a:rPr lang="en-IN" sz="1200" dirty="0"/>
              <a:t> </a:t>
            </a:r>
            <a:r>
              <a:rPr lang="en-IN" sz="1200" dirty="0" err="1"/>
              <a:t>Garikaparthi</a:t>
            </a:r>
            <a:endParaRPr lang="en-IN" sz="1200" dirty="0"/>
          </a:p>
          <a:p>
            <a:pPr marL="285750" indent="-285750" algn="l">
              <a:buFont typeface="Arial" panose="020B0604020202020204" pitchFamily="34" charset="0"/>
              <a:buChar char="•"/>
            </a:pPr>
            <a:r>
              <a:rPr lang="en-IN" sz="1200" dirty="0" err="1"/>
              <a:t>Somto</a:t>
            </a:r>
            <a:r>
              <a:rPr lang="en-IN" sz="1200" dirty="0"/>
              <a:t> Dera</a:t>
            </a:r>
          </a:p>
          <a:p>
            <a:pPr marL="285750" indent="-285750" algn="l">
              <a:buFont typeface="Arial" panose="020B0604020202020204" pitchFamily="34" charset="0"/>
              <a:buChar char="•"/>
            </a:pPr>
            <a:endParaRPr lang="en-IN" sz="1200" dirty="0"/>
          </a:p>
          <a:p>
            <a:pPr algn="l"/>
            <a:r>
              <a:rPr lang="en-IN" sz="1200" dirty="0"/>
              <a:t>College of Adult and Professional Studies, Indiana Wesleyan University</a:t>
            </a:r>
          </a:p>
          <a:p>
            <a:pPr algn="l"/>
            <a:r>
              <a:rPr lang="en-IN" sz="1200" dirty="0"/>
              <a:t>AIML 500: Machine Learning Fundamentals – Antonio MK Singleton</a:t>
            </a:r>
          </a:p>
          <a:p>
            <a:pPr algn="l"/>
            <a:r>
              <a:rPr lang="en-IN" sz="1200" dirty="0"/>
              <a:t>March 7</a:t>
            </a:r>
            <a:r>
              <a:rPr lang="en-IN" sz="1200" baseline="30000" dirty="0"/>
              <a:t>th</a:t>
            </a:r>
            <a:r>
              <a:rPr lang="en-IN" sz="1200" dirty="0"/>
              <a:t> 2026</a:t>
            </a:r>
          </a:p>
          <a:p>
            <a:pPr algn="l"/>
            <a:endParaRPr lang="en-US" sz="1200" dirty="0"/>
          </a:p>
        </p:txBody>
      </p:sp>
      <p:sp>
        <p:nvSpPr>
          <p:cNvPr id="4" name="Text Placeholder 3">
            <a:extLst>
              <a:ext uri="{FF2B5EF4-FFF2-40B4-BE49-F238E27FC236}">
                <a16:creationId xmlns:a16="http://schemas.microsoft.com/office/drawing/2014/main" id="{2194E229-ED3C-EF85-212D-24F63AE90608}"/>
              </a:ext>
            </a:extLst>
          </p:cNvPr>
          <p:cNvSpPr>
            <a:spLocks noGrp="1"/>
          </p:cNvSpPr>
          <p:nvPr>
            <p:ph type="body" sz="half" idx="2"/>
          </p:nvPr>
        </p:nvSpPr>
        <p:spPr>
          <a:xfrm flipV="1">
            <a:off x="609599" y="7358742"/>
            <a:ext cx="6347714" cy="217713"/>
          </a:xfrm>
        </p:spPr>
        <p:txBody>
          <a:bodyPr>
            <a:normAutofit fontScale="85000" lnSpcReduction="20000"/>
          </a:bodyPr>
          <a:lstStyle/>
          <a:p>
            <a:endParaRPr lang="en-US"/>
          </a:p>
        </p:txBody>
      </p:sp>
    </p:spTree>
    <p:extLst>
      <p:ext uri="{BB962C8B-B14F-4D97-AF65-F5344CB8AC3E}">
        <p14:creationId xmlns:p14="http://schemas.microsoft.com/office/powerpoint/2010/main" val="2975359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1735" y="1130905"/>
            <a:ext cx="2660686" cy="4093028"/>
          </a:xfrm>
        </p:spPr>
        <p:txBody>
          <a:bodyPr anchor="ctr">
            <a:normAutofit/>
          </a:bodyPr>
          <a:lstStyle/>
          <a:p>
            <a:r>
              <a:rPr lang="en-US" sz="3800"/>
              <a:t>Title &amp; Vision</a:t>
            </a:r>
          </a:p>
        </p:txBody>
      </p:sp>
      <p:grpSp>
        <p:nvGrpSpPr>
          <p:cNvPr id="11" name="Group 10">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2" name="Straight Connector 11">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135B3E2-75F8-9CC6-35C9-E75E1E5453DA}"/>
              </a:ext>
            </a:extLst>
          </p:cNvPr>
          <p:cNvGraphicFramePr>
            <a:graphicFrameLocks noGrp="1"/>
          </p:cNvGraphicFramePr>
          <p:nvPr>
            <p:ph idx="1"/>
            <p:extLst>
              <p:ext uri="{D42A27DB-BD31-4B8C-83A1-F6EECF244321}">
                <p14:modId xmlns:p14="http://schemas.microsoft.com/office/powerpoint/2010/main" val="2333191835"/>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2900"/>
              <a:t>Empathize – Understanding the User</a:t>
            </a:r>
          </a:p>
        </p:txBody>
      </p:sp>
      <p:grpSp>
        <p:nvGrpSpPr>
          <p:cNvPr id="11" name="Group 10">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2" name="Straight Connector 11">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9821BE0-3558-69F6-927B-75BAD312F7CB}"/>
              </a:ext>
            </a:extLst>
          </p:cNvPr>
          <p:cNvGraphicFramePr>
            <a:graphicFrameLocks noGrp="1"/>
          </p:cNvGraphicFramePr>
          <p:nvPr>
            <p:ph idx="1"/>
            <p:extLst>
              <p:ext uri="{D42A27DB-BD31-4B8C-83A1-F6EECF244321}">
                <p14:modId xmlns:p14="http://schemas.microsoft.com/office/powerpoint/2010/main" val="1156795986"/>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5AE6B0-AC9E-4167-806F-E9DB135FC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9360" y="1382486"/>
            <a:ext cx="2660686" cy="4093028"/>
          </a:xfrm>
        </p:spPr>
        <p:txBody>
          <a:bodyPr anchor="ctr">
            <a:normAutofit/>
          </a:bodyPr>
          <a:lstStyle/>
          <a:p>
            <a:r>
              <a:rPr lang="en-US" sz="3800"/>
              <a:t>Define – The Problem Statement</a:t>
            </a:r>
          </a:p>
        </p:txBody>
      </p:sp>
      <p:grpSp>
        <p:nvGrpSpPr>
          <p:cNvPr id="11" name="Group 10">
            <a:extLst>
              <a:ext uri="{FF2B5EF4-FFF2-40B4-BE49-F238E27FC236}">
                <a16:creationId xmlns:a16="http://schemas.microsoft.com/office/drawing/2014/main" id="{3523416A-383B-4FDC-B4C9-D8EDDFE9C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6950" y="-8467"/>
            <a:ext cx="3575050" cy="6866467"/>
            <a:chOff x="7425267" y="-8467"/>
            <a:chExt cx="4766733" cy="6866467"/>
          </a:xfrm>
        </p:grpSpPr>
        <p:cxnSp>
          <p:nvCxnSpPr>
            <p:cNvPr id="12" name="Straight Connector 11">
              <a:extLst>
                <a:ext uri="{FF2B5EF4-FFF2-40B4-BE49-F238E27FC236}">
                  <a16:creationId xmlns:a16="http://schemas.microsoft.com/office/drawing/2014/main" id="{CB0D29D5-3F7C-4197-821B-6D60A66CC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347FB49A-3541-428A-AADE-682A3C505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D96F53DC-08F1-42C6-B558-B83D54B27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AFE48CAF-A51C-463F-A570-ED99439A5C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1F0C48B-50FF-4351-8207-16D0960483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7">
              <a:extLst>
                <a:ext uri="{FF2B5EF4-FFF2-40B4-BE49-F238E27FC236}">
                  <a16:creationId xmlns:a16="http://schemas.microsoft.com/office/drawing/2014/main" id="{300384B6-5ED6-4F91-A548-B706D8375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8">
              <a:extLst>
                <a:ext uri="{FF2B5EF4-FFF2-40B4-BE49-F238E27FC236}">
                  <a16:creationId xmlns:a16="http://schemas.microsoft.com/office/drawing/2014/main" id="{337AFFAE-C182-463C-9459-8AB3C69D9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9">
              <a:extLst>
                <a:ext uri="{FF2B5EF4-FFF2-40B4-BE49-F238E27FC236}">
                  <a16:creationId xmlns:a16="http://schemas.microsoft.com/office/drawing/2014/main" id="{510ACF17-C3F0-42BF-BDEB-D079277121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E804EFD0-B84E-476F-9FC6-6C4A42EA0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87BD1F4E-A66D-4C06-86DA-8D56CA7A3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3289" y="0"/>
            <a:ext cx="4660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08D390A-B8C4-C648-7095-CB0AF956DC9C}"/>
              </a:ext>
            </a:extLst>
          </p:cNvPr>
          <p:cNvGraphicFramePr>
            <a:graphicFrameLocks noGrp="1"/>
          </p:cNvGraphicFramePr>
          <p:nvPr>
            <p:ph idx="1"/>
            <p:extLst>
              <p:ext uri="{D42A27DB-BD31-4B8C-83A1-F6EECF244321}">
                <p14:modId xmlns:p14="http://schemas.microsoft.com/office/powerpoint/2010/main" val="2121203274"/>
              </p:ext>
            </p:extLst>
          </p:nvPr>
        </p:nvGraphicFramePr>
        <p:xfrm>
          <a:off x="3687414" y="944563"/>
          <a:ext cx="4971603" cy="49795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rPr lang="en-US"/>
              <a:t>Ideate – High-Level System Design</a:t>
            </a:r>
          </a:p>
        </p:txBody>
      </p:sp>
      <p:sp>
        <p:nvSpPr>
          <p:cNvPr id="29" name="Isosceles Triangle 28">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C64BA6A3-4504-EFB6-3A62-9BE3199CE6B9}"/>
              </a:ext>
            </a:extLst>
          </p:cNvPr>
          <p:cNvGraphicFramePr>
            <a:graphicFrameLocks noGrp="1"/>
          </p:cNvGraphicFramePr>
          <p:nvPr>
            <p:ph idx="1"/>
            <p:extLst>
              <p:ext uri="{D42A27DB-BD31-4B8C-83A1-F6EECF244321}">
                <p14:modId xmlns:p14="http://schemas.microsoft.com/office/powerpoint/2010/main" val="255370597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08000" y="1253067"/>
            <a:ext cx="4616450" cy="4351866"/>
          </a:xfrm>
        </p:spPr>
        <p:txBody>
          <a:bodyPr anchor="ctr">
            <a:normAutofit/>
          </a:bodyPr>
          <a:lstStyle/>
          <a:p>
            <a:r>
              <a:t>Universal OBD-II protocol integration</a:t>
            </a:r>
          </a:p>
          <a:p>
            <a:r>
              <a:t>Brand-specific vehicle issue mappings</a:t>
            </a:r>
          </a:p>
          <a:p>
            <a:r>
              <a:t>More accurate and relevant repair guidance</a:t>
            </a:r>
          </a:p>
        </p:txBody>
      </p:sp>
      <p:sp>
        <p:nvSpPr>
          <p:cNvPr id="10"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2" y="0"/>
            <a:ext cx="3493008"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2"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942659" y="0"/>
            <a:ext cx="794940"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91200" y="3721395"/>
            <a:ext cx="325917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9"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72243" y="1253067"/>
            <a:ext cx="2528807" cy="4351866"/>
          </a:xfrm>
        </p:spPr>
        <p:txBody>
          <a:bodyPr anchor="ctr">
            <a:normAutofit/>
          </a:bodyPr>
          <a:lstStyle/>
          <a:p>
            <a:r>
              <a:rPr lang="en-US">
                <a:solidFill>
                  <a:schemeClr val="bg1"/>
                </a:solidFill>
              </a:rPr>
              <a:t>Knowledge Base – Data Foundation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0126" y="609600"/>
            <a:ext cx="6447501" cy="1320800"/>
          </a:xfrm>
        </p:spPr>
        <p:txBody>
          <a:bodyPr>
            <a:normAutofit/>
          </a:bodyPr>
          <a:lstStyle/>
          <a:p>
            <a:r>
              <a:t>Prototype – The Bot in Action</a:t>
            </a:r>
          </a:p>
        </p:txBody>
      </p:sp>
      <p:sp>
        <p:nvSpPr>
          <p:cNvPr id="10" name="Isosceles Triangle 9">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336549"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03900" y="3818467"/>
            <a:ext cx="3337719"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00950" y="0"/>
            <a:ext cx="12954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1000126" y="2160590"/>
            <a:ext cx="6353174" cy="3429260"/>
          </a:xfrm>
        </p:spPr>
        <p:txBody>
          <a:bodyPr>
            <a:normAutofit/>
          </a:bodyPr>
          <a:lstStyle/>
          <a:p>
            <a:r>
              <a:t>User selects vehicle (example: 2009 Toyota Corolla)</a:t>
            </a:r>
          </a:p>
          <a:p>
            <a:r>
              <a:t>User enters diagnostic code</a:t>
            </a:r>
          </a:p>
          <a:p>
            <a:r>
              <a:t>AI checks knowledge base and recommends tests</a:t>
            </a:r>
          </a:p>
        </p:txBody>
      </p:sp>
      <p:sp>
        <p:nvSpPr>
          <p:cNvPr id="18"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9230" y="0"/>
            <a:ext cx="1324770"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Red alarm light with people on the background">
            <a:extLst>
              <a:ext uri="{FF2B5EF4-FFF2-40B4-BE49-F238E27FC236}">
                <a16:creationId xmlns:a16="http://schemas.microsoft.com/office/drawing/2014/main" id="{33E1DAC0-163F-4DCE-3A42-09D36DA3F723}"/>
              </a:ext>
            </a:extLst>
          </p:cNvPr>
          <p:cNvPicPr>
            <a:picLocks noChangeAspect="1"/>
          </p:cNvPicPr>
          <p:nvPr/>
        </p:nvPicPr>
        <p:blipFill>
          <a:blip r:embed="rId3"/>
          <a:srcRect l="26825" r="15344"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pPr>
              <a:lnSpc>
                <a:spcPct val="90000"/>
              </a:lnSpc>
            </a:pPr>
            <a:r>
              <a:rPr lang="en-US" sz="2800"/>
              <a:t>Critical Scenarios Handled</a:t>
            </a:r>
          </a:p>
        </p:txBody>
      </p:sp>
      <p:sp>
        <p:nvSpPr>
          <p:cNvPr id="3" name="Content Placeholder 2"/>
          <p:cNvSpPr>
            <a:spLocks noGrp="1"/>
          </p:cNvSpPr>
          <p:nvPr>
            <p:ph idx="1"/>
          </p:nvPr>
        </p:nvSpPr>
        <p:spPr>
          <a:xfrm>
            <a:off x="508000" y="2160589"/>
            <a:ext cx="2888342" cy="3880773"/>
          </a:xfrm>
        </p:spPr>
        <p:txBody>
          <a:bodyPr>
            <a:normAutofit/>
          </a:bodyPr>
          <a:lstStyle/>
          <a:p>
            <a:r>
              <a:t>Overheating detection</a:t>
            </a:r>
          </a:p>
          <a:p>
            <a:r>
              <a:t>Battery failure alerts</a:t>
            </a:r>
          </a:p>
          <a:p>
            <a:r>
              <a:t>Safety system warnings</a:t>
            </a:r>
          </a:p>
          <a:p>
            <a:r>
              <a:t>Red light: Stop immediately | Yellow light: Service soon</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4" name="Picture 23" descr="Close-up of a bike seat in laneway">
            <a:extLst>
              <a:ext uri="{FF2B5EF4-FFF2-40B4-BE49-F238E27FC236}">
                <a16:creationId xmlns:a16="http://schemas.microsoft.com/office/drawing/2014/main" id="{F18C7126-EC72-A09C-B5D1-75416C89A4A4}"/>
              </a:ext>
            </a:extLst>
          </p:cNvPr>
          <p:cNvPicPr>
            <a:picLocks noChangeAspect="1"/>
          </p:cNvPicPr>
          <p:nvPr/>
        </p:nvPicPr>
        <p:blipFill>
          <a:blip r:embed="rId3"/>
          <a:srcRect l="27364" r="14804"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pPr>
              <a:lnSpc>
                <a:spcPct val="90000"/>
              </a:lnSpc>
            </a:pPr>
            <a:r>
              <a:rPr lang="en-US" sz="2800"/>
              <a:t>Ethical Guardrails &amp; Safety</a:t>
            </a:r>
          </a:p>
        </p:txBody>
      </p:sp>
      <p:sp>
        <p:nvSpPr>
          <p:cNvPr id="3" name="Content Placeholder 2"/>
          <p:cNvSpPr>
            <a:spLocks noGrp="1"/>
          </p:cNvSpPr>
          <p:nvPr>
            <p:ph idx="1"/>
          </p:nvPr>
        </p:nvSpPr>
        <p:spPr>
          <a:xfrm>
            <a:off x="508000" y="2160589"/>
            <a:ext cx="2888342" cy="3880773"/>
          </a:xfrm>
        </p:spPr>
        <p:txBody>
          <a:bodyPr>
            <a:normAutofit/>
          </a:bodyPr>
          <a:lstStyle/>
          <a:p>
            <a:r>
              <a:t>Responsible AI principles</a:t>
            </a:r>
          </a:p>
          <a:p>
            <a:r>
              <a:t>No DIY advice for brakes or steering</a:t>
            </a:r>
          </a:p>
          <a:p>
            <a:r>
              <a:t>Uses ZIP code to suggest certified repair shops</a:t>
            </a:r>
          </a:p>
        </p:txBody>
      </p:sp>
      <p:cxnSp>
        <p:nvCxnSpPr>
          <p:cNvPr id="26" name="Straight Connector 25">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37171" y="609600"/>
            <a:ext cx="4818330" cy="1320800"/>
          </a:xfrm>
        </p:spPr>
        <p:txBody>
          <a:bodyPr>
            <a:normAutofit/>
          </a:bodyPr>
          <a:lstStyle/>
          <a:p>
            <a:r>
              <a:t>Test &amp; Analyze (Lab Results)</a:t>
            </a:r>
          </a:p>
        </p:txBody>
      </p:sp>
      <p:pic>
        <p:nvPicPr>
          <p:cNvPr id="5" name="Picture 4">
            <a:extLst>
              <a:ext uri="{FF2B5EF4-FFF2-40B4-BE49-F238E27FC236}">
                <a16:creationId xmlns:a16="http://schemas.microsoft.com/office/drawing/2014/main" id="{F2924B3B-F77A-3C44-E71F-869E3F8FE036}"/>
              </a:ext>
            </a:extLst>
          </p:cNvPr>
          <p:cNvPicPr>
            <a:picLocks noChangeAspect="1"/>
          </p:cNvPicPr>
          <p:nvPr/>
        </p:nvPicPr>
        <p:blipFill>
          <a:blip r:embed="rId3"/>
          <a:srcRect l="32745" r="50461" b="-1"/>
          <a:stretch>
            <a:fillRect/>
          </a:stretch>
        </p:blipFill>
        <p:spPr>
          <a:xfrm>
            <a:off x="20" y="10"/>
            <a:ext cx="2050522"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9" name="Isosceles Triangle 8">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2137171" y="2160589"/>
            <a:ext cx="4818330" cy="3880773"/>
          </a:xfrm>
        </p:spPr>
        <p:txBody>
          <a:bodyPr>
            <a:normAutofit/>
          </a:bodyPr>
          <a:lstStyle/>
          <a:p>
            <a:r>
              <a:t>Multi-chat testing approach</a:t>
            </a:r>
          </a:p>
          <a:p>
            <a:r>
              <a:t>Users preferred explanations with recommendations</a:t>
            </a:r>
          </a:p>
          <a:p>
            <a:r>
              <a:t>Transparency increased trust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Next Steps</a:t>
            </a:r>
          </a:p>
        </p:txBody>
      </p:sp>
      <p:sp>
        <p:nvSpPr>
          <p:cNvPr id="3" name="Content Placeholder 2"/>
          <p:cNvSpPr>
            <a:spLocks noGrp="1"/>
          </p:cNvSpPr>
          <p:nvPr>
            <p:ph idx="1"/>
          </p:nvPr>
        </p:nvSpPr>
        <p:spPr/>
        <p:txBody>
          <a:bodyPr/>
          <a:lstStyle/>
          <a:p>
            <a:r>
              <a:t>Empowering drivers with actionable insights</a:t>
            </a:r>
          </a:p>
          <a:p>
            <a:r>
              <a:t>Saves time, money, and improves safety</a:t>
            </a:r>
          </a:p>
          <a:p>
            <a:r>
              <a:t>Next steps: expand database and add Bluetooth scanning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8F2BBB-FAC9-935E-9F75-4AFAD97F9AF0}"/>
              </a:ext>
            </a:extLst>
          </p:cNvPr>
          <p:cNvSpPr txBox="1"/>
          <p:nvPr/>
        </p:nvSpPr>
        <p:spPr>
          <a:xfrm>
            <a:off x="252601" y="1362787"/>
            <a:ext cx="8624475" cy="4121000"/>
          </a:xfrm>
          <a:prstGeom prst="rect">
            <a:avLst/>
          </a:prstGeom>
          <a:noFill/>
        </p:spPr>
        <p:txBody>
          <a:bodyPr wrap="square">
            <a:spAutoFit/>
          </a:bodyPr>
          <a:lstStyle/>
          <a:p>
            <a:pPr algn="l" rtl="0" fontAlgn="base">
              <a:lnSpc>
                <a:spcPts val="2710"/>
              </a:lnSpc>
              <a:spcBef>
                <a:spcPts val="1200"/>
              </a:spcBef>
              <a:spcAft>
                <a:spcPts val="600"/>
              </a:spcAft>
              <a:buNone/>
            </a:pPr>
            <a:r>
              <a:rPr lang="en-US" sz="4400" b="1" i="0">
                <a:solidFill>
                  <a:srgbClr val="000000"/>
                </a:solidFill>
                <a:effectLst/>
                <a:latin typeface="Georgia" panose="02040502050405020303" pitchFamily="18" charset="0"/>
              </a:rPr>
              <a:t>References</a:t>
            </a:r>
            <a:r>
              <a:rPr lang="en-US" sz="4400" b="0" i="0">
                <a:solidFill>
                  <a:srgbClr val="000000"/>
                </a:solidFill>
                <a:effectLst/>
                <a:latin typeface="Georgia" panose="02040502050405020303" pitchFamily="18" charset="0"/>
              </a:rPr>
              <a:t> </a:t>
            </a:r>
          </a:p>
          <a:p>
            <a:pPr algn="l" rtl="0" fontAlgn="base">
              <a:lnSpc>
                <a:spcPts val="2710"/>
              </a:lnSpc>
              <a:spcBef>
                <a:spcPts val="1200"/>
              </a:spcBef>
              <a:spcAft>
                <a:spcPts val="600"/>
              </a:spcAft>
              <a:buNone/>
            </a:pPr>
            <a:endParaRPr lang="en-US" b="0" i="0">
              <a:solidFill>
                <a:srgbClr val="000000"/>
              </a:solidFill>
              <a:effectLst/>
              <a:latin typeface="Segoe UI" panose="020B0502040204020203" pitchFamily="34" charset="0"/>
            </a:endParaRPr>
          </a:p>
          <a:p>
            <a:pPr algn="l" rtl="0" fontAlgn="base">
              <a:lnSpc>
                <a:spcPts val="1200"/>
              </a:lnSpc>
              <a:spcAft>
                <a:spcPts val="1050"/>
              </a:spcAft>
              <a:buNone/>
            </a:pPr>
            <a:r>
              <a:rPr lang="en-US" sz="1800" b="0" i="0">
                <a:solidFill>
                  <a:srgbClr val="000000"/>
                </a:solidFill>
                <a:effectLst/>
                <a:latin typeface="Georgia" panose="02040502050405020303" pitchFamily="18" charset="0"/>
              </a:rPr>
              <a:t>[1] Interaction Design Foundation. (2024). </a:t>
            </a:r>
            <a:r>
              <a:rPr lang="en-US" sz="1800" b="0" i="1">
                <a:solidFill>
                  <a:srgbClr val="000000"/>
                </a:solidFill>
                <a:effectLst/>
                <a:latin typeface="Georgia" panose="02040502050405020303" pitchFamily="18" charset="0"/>
              </a:rPr>
              <a:t>5 Stages in the Design Thinking Process</a:t>
            </a:r>
            <a:r>
              <a:rPr lang="en-US" sz="1800" b="0" i="0">
                <a:solidFill>
                  <a:srgbClr val="000000"/>
                </a:solidFill>
                <a:effectLst/>
                <a:latin typeface="Georgia" panose="02040502050405020303" pitchFamily="18" charset="0"/>
              </a:rPr>
              <a:t>. </a:t>
            </a:r>
            <a:r>
              <a:rPr lang="en-US" sz="1800" b="0" i="0" u="none" strike="noStrike">
                <a:solidFill>
                  <a:srgbClr val="4472C4"/>
                </a:solidFill>
                <a:effectLst/>
                <a:latin typeface="Georgia" panose="02040502050405020303" pitchFamily="18" charset="0"/>
                <a:hlinkClick r:id="rId2"/>
              </a:rPr>
              <a:t>https://www.interaction-design.org/literature/article/5-stages-in-the-design-thinking-process</a:t>
            </a:r>
            <a:r>
              <a:rPr lang="en-US" sz="1800" b="0" i="0">
                <a:solidFill>
                  <a:srgbClr val="000000"/>
                </a:solidFill>
                <a:effectLst/>
                <a:latin typeface="Georgia" panose="02040502050405020303" pitchFamily="18" charset="0"/>
              </a:rPr>
              <a:t> </a:t>
            </a:r>
            <a:endParaRPr lang="en-US" b="0" i="0">
              <a:solidFill>
                <a:srgbClr val="000000"/>
              </a:solidFill>
              <a:effectLst/>
              <a:latin typeface="Segoe UI" panose="020B0502040204020203" pitchFamily="34" charset="0"/>
            </a:endParaRPr>
          </a:p>
          <a:p>
            <a:pPr algn="l" rtl="0" fontAlgn="base">
              <a:lnSpc>
                <a:spcPts val="1200"/>
              </a:lnSpc>
              <a:spcAft>
                <a:spcPts val="1050"/>
              </a:spcAft>
              <a:buNone/>
            </a:pPr>
            <a:r>
              <a:rPr lang="en-US" sz="1800" b="0" i="0">
                <a:solidFill>
                  <a:srgbClr val="000000"/>
                </a:solidFill>
                <a:effectLst/>
                <a:latin typeface="Georgia" panose="02040502050405020303" pitchFamily="18" charset="0"/>
              </a:rPr>
              <a:t>[2] Nielsen Norman Group. (2024). </a:t>
            </a:r>
            <a:r>
              <a:rPr lang="en-US" sz="1800" b="0" i="1">
                <a:solidFill>
                  <a:srgbClr val="000000"/>
                </a:solidFill>
                <a:effectLst/>
                <a:latin typeface="Georgia" panose="02040502050405020303" pitchFamily="18" charset="0"/>
              </a:rPr>
              <a:t>Design Thinking 101</a:t>
            </a:r>
            <a:r>
              <a:rPr lang="en-US" sz="1800" b="0" i="0">
                <a:solidFill>
                  <a:srgbClr val="000000"/>
                </a:solidFill>
                <a:effectLst/>
                <a:latin typeface="Georgia" panose="02040502050405020303" pitchFamily="18" charset="0"/>
              </a:rPr>
              <a:t>. </a:t>
            </a:r>
            <a:r>
              <a:rPr lang="en-US" sz="1800" b="0" i="0" u="none" strike="noStrike">
                <a:solidFill>
                  <a:srgbClr val="4472C4"/>
                </a:solidFill>
                <a:effectLst/>
                <a:latin typeface="Georgia" panose="02040502050405020303" pitchFamily="18" charset="0"/>
                <a:hlinkClick r:id="rId3"/>
              </a:rPr>
              <a:t>https://www.nngroup.com/articles/design-thinking/</a:t>
            </a:r>
            <a:r>
              <a:rPr lang="en-US" sz="1800" b="0" i="0">
                <a:solidFill>
                  <a:srgbClr val="000000"/>
                </a:solidFill>
                <a:effectLst/>
                <a:latin typeface="Georgia" panose="02040502050405020303" pitchFamily="18" charset="0"/>
              </a:rPr>
              <a:t> </a:t>
            </a:r>
            <a:endParaRPr lang="en-US" b="0" i="0">
              <a:solidFill>
                <a:srgbClr val="000000"/>
              </a:solidFill>
              <a:effectLst/>
              <a:latin typeface="Segoe UI" panose="020B0502040204020203" pitchFamily="34" charset="0"/>
            </a:endParaRPr>
          </a:p>
          <a:p>
            <a:pPr algn="l" rtl="0" fontAlgn="base">
              <a:lnSpc>
                <a:spcPts val="1200"/>
              </a:lnSpc>
              <a:spcAft>
                <a:spcPts val="1050"/>
              </a:spcAft>
              <a:buNone/>
            </a:pPr>
            <a:r>
              <a:rPr lang="en-US" sz="1800" b="0" i="0">
                <a:solidFill>
                  <a:srgbClr val="000000"/>
                </a:solidFill>
                <a:effectLst/>
                <a:latin typeface="Georgia" panose="02040502050405020303" pitchFamily="18" charset="0"/>
              </a:rPr>
              <a:t>[3] IDEO U. (2025). </a:t>
            </a:r>
            <a:r>
              <a:rPr lang="en-US" sz="1800" b="0" i="1">
                <a:solidFill>
                  <a:srgbClr val="000000"/>
                </a:solidFill>
                <a:effectLst/>
                <a:latin typeface="Georgia" panose="02040502050405020303" pitchFamily="18" charset="0"/>
              </a:rPr>
              <a:t>The Design Thinking Process: 7 Steps Updated for 2025</a:t>
            </a:r>
            <a:r>
              <a:rPr lang="en-US" sz="1800" b="0" i="0">
                <a:solidFill>
                  <a:srgbClr val="000000"/>
                </a:solidFill>
                <a:effectLst/>
                <a:latin typeface="Georgia" panose="02040502050405020303" pitchFamily="18" charset="0"/>
              </a:rPr>
              <a:t>. </a:t>
            </a:r>
            <a:r>
              <a:rPr lang="en-US" sz="1800" b="0" i="0" u="none" strike="noStrike">
                <a:solidFill>
                  <a:srgbClr val="4472C4"/>
                </a:solidFill>
                <a:effectLst/>
                <a:latin typeface="Georgia" panose="02040502050405020303" pitchFamily="18" charset="0"/>
                <a:hlinkClick r:id="rId4"/>
              </a:rPr>
              <a:t>https://www.ideou.com/blogs/inspiration/design-thinking-process</a:t>
            </a:r>
            <a:r>
              <a:rPr lang="en-US" sz="1800" b="0" i="0">
                <a:solidFill>
                  <a:srgbClr val="000000"/>
                </a:solidFill>
                <a:effectLst/>
                <a:latin typeface="Georgia" panose="02040502050405020303" pitchFamily="18" charset="0"/>
              </a:rPr>
              <a:t> </a:t>
            </a:r>
            <a:endParaRPr lang="en-US" b="0" i="0">
              <a:solidFill>
                <a:srgbClr val="000000"/>
              </a:solidFill>
              <a:effectLst/>
              <a:latin typeface="Segoe UI" panose="020B0502040204020203" pitchFamily="34" charset="0"/>
            </a:endParaRPr>
          </a:p>
          <a:p>
            <a:pPr algn="l" rtl="0" fontAlgn="base">
              <a:lnSpc>
                <a:spcPts val="1200"/>
              </a:lnSpc>
              <a:spcAft>
                <a:spcPts val="1050"/>
              </a:spcAft>
              <a:buNone/>
            </a:pPr>
            <a:r>
              <a:rPr lang="en-US" sz="1800" b="0" i="0">
                <a:solidFill>
                  <a:srgbClr val="000000"/>
                </a:solidFill>
                <a:effectLst/>
                <a:latin typeface="Georgia" panose="02040502050405020303" pitchFamily="18" charset="0"/>
              </a:rPr>
              <a:t>[4] Voltage Control. (2024). </a:t>
            </a:r>
            <a:r>
              <a:rPr lang="en-US" sz="1800" b="0" i="1">
                <a:solidFill>
                  <a:srgbClr val="000000"/>
                </a:solidFill>
                <a:effectLst/>
                <a:latin typeface="Georgia" panose="02040502050405020303" pitchFamily="18" charset="0"/>
              </a:rPr>
              <a:t>Design Thinking Process: 5 Steps and Practical Guide</a:t>
            </a:r>
            <a:r>
              <a:rPr lang="en-US" sz="1800" b="0" i="0">
                <a:solidFill>
                  <a:srgbClr val="000000"/>
                </a:solidFill>
                <a:effectLst/>
                <a:latin typeface="Georgia" panose="02040502050405020303" pitchFamily="18" charset="0"/>
              </a:rPr>
              <a:t>. </a:t>
            </a:r>
            <a:r>
              <a:rPr lang="en-US" sz="1800" b="0" i="0" u="none" strike="noStrike">
                <a:solidFill>
                  <a:srgbClr val="4472C4"/>
                </a:solidFill>
                <a:effectLst/>
                <a:latin typeface="Georgia" panose="02040502050405020303" pitchFamily="18" charset="0"/>
                <a:hlinkClick r:id="rId5"/>
              </a:rPr>
              <a:t>https://voltagecontrol.com/blog/5-steps-of-the-design-thinking-process/</a:t>
            </a:r>
            <a:r>
              <a:rPr lang="en-US" sz="1800" b="0" i="0">
                <a:solidFill>
                  <a:srgbClr val="000000"/>
                </a:solidFill>
                <a:effectLst/>
                <a:latin typeface="Georgia" panose="02040502050405020303" pitchFamily="18" charset="0"/>
              </a:rPr>
              <a:t> </a:t>
            </a:r>
            <a:endParaRPr lang="en-US" b="0" i="0">
              <a:solidFill>
                <a:srgbClr val="000000"/>
              </a:solidFill>
              <a:effectLst/>
              <a:latin typeface="Segoe UI" panose="020B0502040204020203" pitchFamily="34" charset="0"/>
            </a:endParaRPr>
          </a:p>
          <a:p>
            <a:pPr algn="l" rtl="0" fontAlgn="base">
              <a:lnSpc>
                <a:spcPts val="1200"/>
              </a:lnSpc>
              <a:spcAft>
                <a:spcPts val="1050"/>
              </a:spcAft>
              <a:buNone/>
            </a:pPr>
            <a:r>
              <a:rPr lang="en-US" sz="1800" b="0" i="0">
                <a:solidFill>
                  <a:srgbClr val="000000"/>
                </a:solidFill>
                <a:effectLst/>
                <a:latin typeface="Georgia" panose="02040502050405020303" pitchFamily="18" charset="0"/>
              </a:rPr>
              <a:t>[5] OBDAI. (2025). </a:t>
            </a:r>
            <a:r>
              <a:rPr lang="en-US" sz="1800" b="0" i="1">
                <a:solidFill>
                  <a:srgbClr val="000000"/>
                </a:solidFill>
                <a:effectLst/>
                <a:latin typeface="Georgia" panose="02040502050405020303" pitchFamily="18" charset="0"/>
              </a:rPr>
              <a:t>AI Mechanic: Smart Vehicle Diagnostics in Your Pocket</a:t>
            </a:r>
            <a:r>
              <a:rPr lang="en-US" sz="1800" b="0" i="0">
                <a:solidFill>
                  <a:srgbClr val="000000"/>
                </a:solidFill>
                <a:effectLst/>
                <a:latin typeface="Georgia" panose="02040502050405020303" pitchFamily="18" charset="0"/>
              </a:rPr>
              <a:t>. </a:t>
            </a:r>
            <a:r>
              <a:rPr lang="en-US" sz="1800" b="0" i="0" u="none" strike="noStrike">
                <a:solidFill>
                  <a:srgbClr val="4472C4"/>
                </a:solidFill>
                <a:effectLst/>
                <a:latin typeface="Georgia" panose="02040502050405020303" pitchFamily="18" charset="0"/>
                <a:hlinkClick r:id="rId6"/>
              </a:rPr>
              <a:t>https://obdai.app/5-amazing-ways-obdais-ai-assistant-transforms-your-diagnostics/</a:t>
            </a:r>
            <a:r>
              <a:rPr lang="en-US" sz="1800" b="0" i="0">
                <a:solidFill>
                  <a:srgbClr val="000000"/>
                </a:solidFill>
                <a:effectLst/>
                <a:latin typeface="Georgia" panose="02040502050405020303" pitchFamily="18" charset="0"/>
              </a:rPr>
              <a:t> </a:t>
            </a:r>
            <a:endParaRPr lang="en-US" b="0" i="0">
              <a:solidFill>
                <a:srgbClr val="000000"/>
              </a:solidFill>
              <a:effectLst/>
              <a:latin typeface="Segoe UI" panose="020B0502040204020203" pitchFamily="34" charset="0"/>
            </a:endParaRPr>
          </a:p>
          <a:p>
            <a:pPr algn="l" rtl="0" fontAlgn="base">
              <a:lnSpc>
                <a:spcPts val="1200"/>
              </a:lnSpc>
              <a:spcAft>
                <a:spcPts val="1050"/>
              </a:spcAft>
              <a:buNone/>
            </a:pPr>
            <a:r>
              <a:rPr lang="en-US" sz="1800" b="0" i="0">
                <a:solidFill>
                  <a:srgbClr val="000000"/>
                </a:solidFill>
                <a:effectLst/>
                <a:latin typeface="Georgia" panose="02040502050405020303" pitchFamily="18" charset="0"/>
              </a:rPr>
              <a:t>[6] Ema. (2024). </a:t>
            </a:r>
            <a:r>
              <a:rPr lang="en-US" sz="1800" b="0" i="1">
                <a:solidFill>
                  <a:srgbClr val="000000"/>
                </a:solidFill>
                <a:effectLst/>
                <a:latin typeface="Georgia" panose="02040502050405020303" pitchFamily="18" charset="0"/>
              </a:rPr>
              <a:t>Transforming Workflows with Generative AI Solutions</a:t>
            </a:r>
            <a:r>
              <a:rPr lang="en-US" sz="1800" b="0" i="0">
                <a:solidFill>
                  <a:srgbClr val="000000"/>
                </a:solidFill>
                <a:effectLst/>
                <a:latin typeface="Georgia" panose="02040502050405020303" pitchFamily="18" charset="0"/>
              </a:rPr>
              <a:t>. </a:t>
            </a:r>
            <a:r>
              <a:rPr lang="en-US" sz="1800" b="0" i="0" u="none" strike="noStrike">
                <a:solidFill>
                  <a:srgbClr val="4472C4"/>
                </a:solidFill>
                <a:effectLst/>
                <a:latin typeface="Georgia" panose="02040502050405020303" pitchFamily="18" charset="0"/>
                <a:hlinkClick r:id="rId7"/>
              </a:rPr>
              <a:t>https://www.ema.co/additional-blogs/transforming-workflows-with-generative-ai-solutions</a:t>
            </a:r>
            <a:endParaRPr lang="en-US" b="0" i="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319477947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D469758C1694468435B975DFE6115C" ma:contentTypeVersion="4" ma:contentTypeDescription="Create a new document." ma:contentTypeScope="" ma:versionID="d3f20fd3d06f6b3d9860c01c7e946149">
  <xsd:schema xmlns:xsd="http://www.w3.org/2001/XMLSchema" xmlns:xs="http://www.w3.org/2001/XMLSchema" xmlns:p="http://schemas.microsoft.com/office/2006/metadata/properties" xmlns:ns3="07a911b7-578f-4209-8282-565ec1b86ac4" targetNamespace="http://schemas.microsoft.com/office/2006/metadata/properties" ma:root="true" ma:fieldsID="dc5620d3304673b29fc9d41e65d26d2d" ns3:_="">
    <xsd:import namespace="07a911b7-578f-4209-8282-565ec1b86ac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a911b7-578f-4209-8282-565ec1b86ac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6304E3-A4FC-464A-B68F-FAC0A741FFB5}">
  <ds:schemaRefs>
    <ds:schemaRef ds:uri="07a911b7-578f-4209-8282-565ec1b86ac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2E6E048-0D70-4337-83EF-32B6ECB6613A}">
  <ds:schemaRefs>
    <ds:schemaRef ds:uri="http://purl.org/dc/terms/"/>
    <ds:schemaRef ds:uri="http://schemas.microsoft.com/office/2006/documentManagement/types"/>
    <ds:schemaRef ds:uri="07a911b7-578f-4209-8282-565ec1b86ac4"/>
    <ds:schemaRef ds:uri="http://purl.org/dc/dcmitype/"/>
    <ds:schemaRef ds:uri="http://purl.org/dc/elements/1.1/"/>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84D8A626-1EFA-40B1-B11E-DF7F0BB8CC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1028</Words>
  <Application>Microsoft Macintosh PowerPoint</Application>
  <PresentationFormat>On-screen Show (4:3)</PresentationFormat>
  <Paragraphs>74</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Georgia</vt:lpstr>
      <vt:lpstr>Segoe UI</vt:lpstr>
      <vt:lpstr>Trebuchet MS</vt:lpstr>
      <vt:lpstr>Wingdings 3</vt:lpstr>
      <vt:lpstr>Facet</vt:lpstr>
      <vt:lpstr>Assignment 1.4 AI Lab:  Auto Guardian AI – The Auto Problem Fix</vt:lpstr>
      <vt:lpstr>Title &amp; Vision</vt:lpstr>
      <vt:lpstr>Empathize – Understanding the User</vt:lpstr>
      <vt:lpstr>Define – The Problem Statement</vt:lpstr>
      <vt:lpstr>Ideate – High-Level System Design</vt:lpstr>
      <vt:lpstr>Knowledge Base – Data Foundation</vt:lpstr>
      <vt:lpstr>Prototype – The Bot in Action</vt:lpstr>
      <vt:lpstr>Critical Scenarios Handled</vt:lpstr>
      <vt:lpstr>Ethical Guardrails &amp; Safety</vt:lpstr>
      <vt:lpstr>Test &amp; Analyze (Lab Results)</vt:lpstr>
      <vt:lpstr>Conclusion &amp; Next Steps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Upendher reddy Aellala</dc:creator>
  <cp:keywords/>
  <dc:description>generated using python-pptx</dc:description>
  <cp:lastModifiedBy>Ima Nkitma</cp:lastModifiedBy>
  <cp:revision>5</cp:revision>
  <dcterms:created xsi:type="dcterms:W3CDTF">2013-01-27T09:14:16Z</dcterms:created>
  <dcterms:modified xsi:type="dcterms:W3CDTF">2026-03-15T02:45:38Z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0x01010000D469758C1694468435B975DFE6115C</vt:lpwstr>
  </property>
</Properties>
</file>